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1dd20a590d4d30" /><Relationship Type="http://schemas.openxmlformats.org/officeDocument/2006/relationships/extended-properties" Target="/docProps/app.xml" Id="Rf25cb9d093fa4b76" /><Relationship Type="http://schemas.openxmlformats.org/officeDocument/2006/relationships/officeDocument" Target="/ppt/presentation.xml" Id="R42b0025787fa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ba9dbb13e4fd0"/>
  </p:sldMasterIdLst>
  <p:notesMasterIdLst>
    <p:notesMasterId xmlns:r="http://schemas.openxmlformats.org/officeDocument/2006/relationships" r:id="R0baf4396f4a341c9"/>
  </p:notesMasterIdLst>
  <p:sldIdLst>
    <p:sldId xmlns:r="http://schemas.openxmlformats.org/officeDocument/2006/relationships" id="256" r:id="R80191d97c53e4004"/>
    <p:sldId xmlns:r="http://schemas.openxmlformats.org/officeDocument/2006/relationships" id="257" r:id="R6813168052ee4f51"/>
    <p:sldId xmlns:r="http://schemas.openxmlformats.org/officeDocument/2006/relationships" id="258" r:id="R632f488b007b4546"/>
    <p:sldId xmlns:r="http://schemas.openxmlformats.org/officeDocument/2006/relationships" id="259" r:id="R1f9074a6c7914b05"/>
    <p:sldId xmlns:r="http://schemas.openxmlformats.org/officeDocument/2006/relationships" id="260" r:id="R93882e8ff77e48c0"/>
    <p:sldId xmlns:r="http://schemas.openxmlformats.org/officeDocument/2006/relationships" id="261" r:id="R0ce98ae12fc94859"/>
    <p:sldId xmlns:r="http://schemas.openxmlformats.org/officeDocument/2006/relationships" id="262" r:id="R37ae1e51dc2d4361"/>
    <p:sldId xmlns:r="http://schemas.openxmlformats.org/officeDocument/2006/relationships" id="263" r:id="R00fca04e18774e7a"/>
    <p:sldId xmlns:r="http://schemas.openxmlformats.org/officeDocument/2006/relationships" id="264" r:id="Rfaa72176942c4e45"/>
    <p:sldId xmlns:r="http://schemas.openxmlformats.org/officeDocument/2006/relationships" id="265" r:id="Rea56cfd5d1ac4176"/>
    <p:sldId xmlns:r="http://schemas.openxmlformats.org/officeDocument/2006/relationships" id="266" r:id="Rbf5b11eb8b20483c"/>
    <p:sldId xmlns:r="http://schemas.openxmlformats.org/officeDocument/2006/relationships" id="267" r:id="R69a675ba76f94547"/>
    <p:sldId xmlns:r="http://schemas.openxmlformats.org/officeDocument/2006/relationships" id="268" r:id="Rc28dc9995abc4473"/>
    <p:sldId xmlns:r="http://schemas.openxmlformats.org/officeDocument/2006/relationships" id="269" r:id="R607be229a78048a0"/>
    <p:sldId xmlns:r="http://schemas.openxmlformats.org/officeDocument/2006/relationships" id="270" r:id="R8f15534a97c044c3"/>
    <p:sldId xmlns:r="http://schemas.openxmlformats.org/officeDocument/2006/relationships" id="271" r:id="R4109b46afadc461a"/>
    <p:sldId xmlns:r="http://schemas.openxmlformats.org/officeDocument/2006/relationships" id="272" r:id="Raf6a0931fd8e40fd"/>
    <p:sldId xmlns:r="http://schemas.openxmlformats.org/officeDocument/2006/relationships" id="273" r:id="R5c71059792f345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2c0e22f444336" /><Relationship Type="http://schemas.openxmlformats.org/officeDocument/2006/relationships/slideMaster" Target="/ppt/slideMasters/slideMaster1.xml" Id="Rebcba9dbb13e4fd0" /><Relationship Type="http://schemas.openxmlformats.org/officeDocument/2006/relationships/notesMaster" Target="/ppt/notesMasters/notesMaster1.xml" Id="R0baf4396f4a341c9" /><Relationship Type="http://schemas.openxmlformats.org/officeDocument/2006/relationships/presProps" Target="/ppt/presProps.xml" Id="R8bd15b5771114801" /><Relationship Type="http://schemas.openxmlformats.org/officeDocument/2006/relationships/tableStyles" Target="/ppt/tableStyles.xml" Id="Rb676141c6bb847da" /><Relationship Type="http://schemas.openxmlformats.org/officeDocument/2006/relationships/slide" Target="/ppt/slides/slide1.xml" Id="R80191d97c53e4004" /><Relationship Type="http://schemas.openxmlformats.org/officeDocument/2006/relationships/slide" Target="/ppt/slides/slide2.xml" Id="R6813168052ee4f51" /><Relationship Type="http://schemas.openxmlformats.org/officeDocument/2006/relationships/slide" Target="/ppt/slides/slide3.xml" Id="R632f488b007b4546" /><Relationship Type="http://schemas.openxmlformats.org/officeDocument/2006/relationships/slide" Target="/ppt/slides/slide4.xml" Id="R1f9074a6c7914b05" /><Relationship Type="http://schemas.openxmlformats.org/officeDocument/2006/relationships/slide" Target="/ppt/slides/slide5.xml" Id="R93882e8ff77e48c0" /><Relationship Type="http://schemas.openxmlformats.org/officeDocument/2006/relationships/slide" Target="/ppt/slides/slide6.xml" Id="R0ce98ae12fc94859" /><Relationship Type="http://schemas.openxmlformats.org/officeDocument/2006/relationships/slide" Target="/ppt/slides/slide7.xml" Id="R37ae1e51dc2d4361" /><Relationship Type="http://schemas.openxmlformats.org/officeDocument/2006/relationships/slide" Target="/ppt/slides/slide8.xml" Id="R00fca04e18774e7a" /><Relationship Type="http://schemas.openxmlformats.org/officeDocument/2006/relationships/slide" Target="/ppt/slides/slide9.xml" Id="Rfaa72176942c4e45" /><Relationship Type="http://schemas.openxmlformats.org/officeDocument/2006/relationships/slide" Target="/ppt/slides/slide10.xml" Id="Rea56cfd5d1ac4176" /><Relationship Type="http://schemas.openxmlformats.org/officeDocument/2006/relationships/slide" Target="/ppt/slides/slide11.xml" Id="Rbf5b11eb8b20483c" /><Relationship Type="http://schemas.openxmlformats.org/officeDocument/2006/relationships/slide" Target="/ppt/slides/slide12.xml" Id="R69a675ba76f94547" /><Relationship Type="http://schemas.openxmlformats.org/officeDocument/2006/relationships/slide" Target="/ppt/slides/slide13.xml" Id="Rc28dc9995abc4473" /><Relationship Type="http://schemas.openxmlformats.org/officeDocument/2006/relationships/slide" Target="/ppt/slides/slide14.xml" Id="R607be229a78048a0" /><Relationship Type="http://schemas.openxmlformats.org/officeDocument/2006/relationships/slide" Target="/ppt/slides/slide15.xml" Id="R8f15534a97c044c3" /><Relationship Type="http://schemas.openxmlformats.org/officeDocument/2006/relationships/slide" Target="/ppt/slides/slide16.xml" Id="R4109b46afadc461a" /><Relationship Type="http://schemas.openxmlformats.org/officeDocument/2006/relationships/slide" Target="/ppt/slides/slide17.xml" Id="Raf6a0931fd8e40fd" /><Relationship Type="http://schemas.openxmlformats.org/officeDocument/2006/relationships/slide" Target="/ppt/slides/slide18.xml" Id="R5c71059792f3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d22f6a798d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686aa20aa4437" /><Relationship Type="http://schemas.openxmlformats.org/officeDocument/2006/relationships/notesMaster" Target="/ppt/notesMasters/notesMaster1.xml" Id="R07c4db2775ee4d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cf872c35e42cf" /><Relationship Type="http://schemas.openxmlformats.org/officeDocument/2006/relationships/notesMaster" Target="/ppt/notesMasters/notesMaster1.xml" Id="Rb905e4e6ea594a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ce591ec76f431b" /><Relationship Type="http://schemas.openxmlformats.org/officeDocument/2006/relationships/notesMaster" Target="/ppt/notesMasters/notesMaster1.xml" Id="Rbf20f7824ed546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03e0e215684016" /><Relationship Type="http://schemas.openxmlformats.org/officeDocument/2006/relationships/notesMaster" Target="/ppt/notesMasters/notesMaster1.xml" Id="Rb46d8eaf4827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c9d878bb294fb8" /><Relationship Type="http://schemas.openxmlformats.org/officeDocument/2006/relationships/notesMaster" Target="/ppt/notesMasters/notesMaster1.xml" Id="R81c10e42359242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e9e648d69b4dd3" /><Relationship Type="http://schemas.openxmlformats.org/officeDocument/2006/relationships/notesMaster" Target="/ppt/notesMasters/notesMaster1.xml" Id="Rbf68eca175b4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fd12e210b4f59" /><Relationship Type="http://schemas.openxmlformats.org/officeDocument/2006/relationships/notesMaster" Target="/ppt/notesMasters/notesMaster1.xml" Id="Ree34c39417024b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20bde14eb04aba" /><Relationship Type="http://schemas.openxmlformats.org/officeDocument/2006/relationships/notesMaster" Target="/ppt/notesMasters/notesMaster1.xml" Id="R3458735ff2ac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b0bd9509084ff4" /><Relationship Type="http://schemas.openxmlformats.org/officeDocument/2006/relationships/notesMaster" Target="/ppt/notesMasters/notesMaster1.xml" Id="R107ee817a60846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ce3f93935d4898" /><Relationship Type="http://schemas.openxmlformats.org/officeDocument/2006/relationships/notesMaster" Target="/ppt/notesMasters/notesMaster1.xml" Id="Rd0aa3a0f16fb40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01b4dd8bbd46dc" /><Relationship Type="http://schemas.openxmlformats.org/officeDocument/2006/relationships/notesMaster" Target="/ppt/notesMasters/notesMaster1.xml" Id="R172bb76f33304d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81c545ec1c413e" /><Relationship Type="http://schemas.openxmlformats.org/officeDocument/2006/relationships/notesMaster" Target="/ppt/notesMasters/notesMaster1.xml" Id="R661978c790314ef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66fa51e88e48ee" /><Relationship Type="http://schemas.openxmlformats.org/officeDocument/2006/relationships/notesMaster" Target="/ppt/notesMasters/notesMaster1.xml" Id="R44a76e9328f743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3724a615c5439d" /><Relationship Type="http://schemas.openxmlformats.org/officeDocument/2006/relationships/notesMaster" Target="/ppt/notesMasters/notesMaster1.xml" Id="R1319b6f2289548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a7c5634e6e44be" /><Relationship Type="http://schemas.openxmlformats.org/officeDocument/2006/relationships/notesMaster" Target="/ppt/notesMasters/notesMaster1.xml" Id="R3685c7a48daf4b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92d41c4d69467c" /><Relationship Type="http://schemas.openxmlformats.org/officeDocument/2006/relationships/notesMaster" Target="/ppt/notesMasters/notesMaster1.xml" Id="Rd6653f4525374a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2022366d864fe7" /><Relationship Type="http://schemas.openxmlformats.org/officeDocument/2006/relationships/notesMaster" Target="/ppt/notesMasters/notesMaster1.xml" Id="R22bd7765fd9f48b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825d38cac24916" /><Relationship Type="http://schemas.openxmlformats.org/officeDocument/2006/relationships/notesMaster" Target="/ppt/notesMasters/notesMaster1.xml" Id="Ra01b8c9309ab49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เปิดด้วยคำถามว่าผู้เรียนเคยให้ Agent สร้างงานเสร็จแล้วไม่รู้หรือไม่ว่าคนใช้ได้ประโยชน์จริงหรือเปล่า วันนี้เราจะสร้างเกมและใช้ข้อมูลตัดสินใจรอบถัดไป ใช้เวลาบรรยายประมาณ 20–30 นาที และหยุดทำ Lab ตาม README ระหว่างทาง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อธิบายผลลัพธ์ที่จะได้ ไม่จำเป็นให้โค้ดหน้าตาเหมือนกัน ทุกคนได้เกมที่ผ่านกติกาเดียวกัน ชุดนี้เป็น pilot ที่ผู้ใช้จะเริ่มทดลองจริงเป็นคนแรก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แนวคิดอ้างอิง ADLC v1.0 ของ Asaf Saar: https://www.adlc.io/ ในระบบจริง phases ซ้อนทับและทำงานต่อเนื่อง Workshop แบ่งเป็น Step เพื่อให้เรียนทัน ไม่ได้หมายความว่า ADLC บังคับให้รอจบทุก phase ก่อนเริ่มอีก phase เอกสารนี้ใช้คำ Intent ตามข้อตกลงของ Workshop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ถามผู้เรียนว่าการตัดสินใจใดควรอยู่กับตนเอง อธิบายว่า Agent เตรียมหลักฐานและข้อเสนอได้ แต่ห้ามแต่งคำอนุมัติของมนุษย์ Sources: https://www.adlc.io/ และ AGENTS.md ของ 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เปิดโฟลเดอร์จริงให้ดูได้ ขณะเริ่มยังไม่มี app/ หรือ artifacts/ การเรียก skill ทำผ่านการอ่านไฟล์ตรงเป็น fallback หาก Agent ไม่ discover .agents/skills/ อัตโนมัติ ไม่ต้องติดตั้ง global Source formats: https://agents.md/ and https://agentskills.io/specification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ทุก Skill มี SKILL.md ตาม Agent Skills และขึ้นต้นด้วย gfit-adlc- ส่วน stack, commands, paths และ metrics ของเกมอยู่ใน handson/game-profile.md Sources: .agents/skills/gfit-adlc-intent/references/sources.md; https://agentskills.io/specification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อธิบายกติกาพื้นฐานก่อนเริ่ม Spec: เลข 1–100, 7 attempts, ต่ำไป/สูงไป, ชนะถ้าถูกครั้งที่ 7, input ไม่ถูกต้องไม่เสีย attempt ไม่มี replay button ในหน้าจบ v1 แต่กลับ home เริ่มรอบใหม่ได้ เป็น baseline ที่มี friction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เป้าหมายที่เลือกเพื่อ pilot คืออย่างน้อย 4 จาก 5 session จบรอบแรกภายใน 5 นาที ไม่ใช่ผลที่เกิดขึ้นแล้ว และไม่ใช่ statistical threshold การทดลองคนเดียว 5 sessions ต้องระบุว่า self-test; ไม่เท่ากับผู้เล่นใหม่ 5 คน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พาผู้เรียนเปิด artifacts/intent-001/ แต่เมื่อก่อนทำ Lab ยังไม่มีไฟล์เหล่านี้ อธิบายว่าตารางนี้แสดงผลที่คาดว่าจะเกิด ไม่ใช่หลักฐานว่าทำครบแล้ว ให้หยุดอ่านเอกสารก่อนกด Step ถัดไป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2 และ 3 เรียก gfit-adlc-generate กับ gfit-adlc-validate พร้อมกัน Validate วาง acceptance ก่อน ตรวจ spec/plan และส่ง gap กลับ Generate จากนั้นวนแบบเดียวกันกับ test และ code ตัวอย่างในสไลด์เป็นกรณีตรวจ ไม่ใช่ test log 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ก่อน Deploy ให้ผู้เรียนลอง invalid input, win/loss, refresh แล้วเลือก Approve, Revise หรือ Stop หลัง Observe ใช้ signal เลือก Resolved, Iterate หรือ Stop และบันทึก resolution.md Agent เตรียมหลักฐานแต่ไม่ตัดสินแทน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Deploy ใน lab ใช้ uv run uvicorn app.main:app --host 127.0.0.1 --port 8000 เวอร์ชันที่ตรวจอาจรัน smoke test ด้วย source=test ก่อน จากนั้นตั้ง source=real พร้อม fresh sessions เพื่อสังเกตไม่ชี้นำ การ restart state อาจหายจึงต้องเริ่ม session ใหม่ อย่าอ้างว่า localhost เป็น 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หยุดถามห้องก่อนเปิดสไลด์ถัดไปว่าทำไม duration อย่างเดียวอาจไม่พอ คนอาจเล่นนานเพราะสับสนหรือเกมช้า การเล่นรอบสองเป็น proxy ที่เราจะทดลอง ไม่ใช่ตัวแทน enjoyment ที่สมบูรณ์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 README Step 7 เส้นทางหลักใช้ replay button เท่านั้น แผนต้องคง session_id สร้าง round_id ใหม่และ reset attempts หลัง win/loss ระหว่างเล่นไม่มีปุ่ม replay เป้าหมายเป็น +15 percentage points ไม่ใช่ relative 15%; completion guardrail -5 points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handson/assets/simulated-sessions.csv. This chart uses synthetic data only. v1 starts=100 completed=90 replay=18; v2 starts=100 completed=80 replay=40. Completion=completed/started. Replay=replay/completed after full five-minute follow-up. Replay relative change=(50-20)/20=150%. Completion changes -10 points. These data do not show actual game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ให้ผู้เรียนตัดสินใจก่อนเฉลย เป้าหมาย replay +15 points ผ่าน เพราะได้ +30 แต่ completion ตก -10 เกินกรอบ -5 แม้ blocking_error ในข้อมูลจำลองเป็น 0 ก็สรุป intent สำเร็จทั้งหมดไม่ได้ การตัดสินใจอาจเก็บข้อมูลเพิ่มหรือปรับ design; ไม่สามารถอ้างสาเหตุจากข้อมูล aggregate 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ใช้สไลด์นี้เป็นแผนที่ระหว่าง workshop เวลา 2–3 ชั่วโมงเป็นประมาณการรวมลงมือ ไม่รวมติดตั้ง หากผลจริงยังไม่พอที่ Step6 สามารถไปเรียน Intent2 ได้โดยบอกว่ามันไม่ได้ยืนยัน success อย่าสร้าง artifacts ของทั้งสอง intents ล่วงหน้า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ให้ผู้เรียนเปิด handson/README.md ใน repo และคัดลอก prompt เต็มจาก Step 0 ชุดปัจจุบันไม่มี remote URL ต้องใช้ clone URL จริงของผู้จัดเมื่อเผยแพร่ ไม่ควรสร้าง URL บนสไลด์ ตอนจบเก็บ feedback ใน artifacts/pilot-notes.md ว่าใช้ Agent/model ใด Step ไหนติด และต้องแก้ prompt อย่างไร Resources: https://www.adlc.io/ (Asaf Saar, ADLC v1.0); https://claude.com/blog/the-ai-native-sdlc-playbook; https://www.port.io/blog/anthropic-ai-native-sdlc-playbook; local handson/README.md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ADLC in Action, reusable .agents/skills/gfit-adlc-* and handson/game-profile.md. Concepts: adlc.io; Anthropic AI-Native SDLC Playbook; Port implementation commentary. Intent targets are example choices. Simulated data is not user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3d5564cb1541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1528b998e40c7" /><Relationship Type="http://schemas.openxmlformats.org/officeDocument/2006/relationships/slideLayout" Target="/ppt/slideLayouts/slideLayout1.xml" Id="Rdf88e64af9554c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8e64af9554c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79a063376484a" /><Relationship Type="http://schemas.openxmlformats.org/officeDocument/2006/relationships/notesSlide" Target="/ppt/notesSlides/notesSlide1.xml" Id="R0db3a8a72d0540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68262ce4c49d4" /><Relationship Type="http://schemas.openxmlformats.org/officeDocument/2006/relationships/notesSlide" Target="/ppt/notesSlides/notesSlide2.xml" Id="Rccada6cb38cb4d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d5fb758e84566" /><Relationship Type="http://schemas.openxmlformats.org/officeDocument/2006/relationships/notesSlide" Target="/ppt/notesSlides/notesSlide3.xml" Id="R6c1aa4a0e8d24b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33f95cff84d8a" /><Relationship Type="http://schemas.openxmlformats.org/officeDocument/2006/relationships/notesSlide" Target="/ppt/notesSlides/notesSlide4.xml" Id="Rfe84b2fe7b6d41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4af4f22e445e4" /><Relationship Type="http://schemas.openxmlformats.org/officeDocument/2006/relationships/notesSlide" Target="/ppt/notesSlides/notesSlide5.xml" Id="Rac1bde61dd68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c3372767143b9" /><Relationship Type="http://schemas.openxmlformats.org/officeDocument/2006/relationships/notesSlide" Target="/ppt/notesSlides/notesSlide6.xml" Id="Rcdce0aaf71ef44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9645b9ad542a7" /><Relationship Type="http://schemas.openxmlformats.org/officeDocument/2006/relationships/notesSlide" Target="/ppt/notesSlides/notesSlide7.xml" Id="Ra61ad343c1d44a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6110c1a2149eb" /><Relationship Type="http://schemas.openxmlformats.org/officeDocument/2006/relationships/notesSlide" Target="/ppt/notesSlides/notesSlide8.xml" Id="Rdb8bbe9bcfb947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f318424e4560" /><Relationship Type="http://schemas.openxmlformats.org/officeDocument/2006/relationships/notesSlide" Target="/ppt/notesSlides/notesSlide9.xml" Id="Rbb58db0552f944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bc2c6cf5d4fec" /><Relationship Type="http://schemas.openxmlformats.org/officeDocument/2006/relationships/notesSlide" Target="/ppt/notesSlides/notesSlide10.xml" Id="R586eba0a502d47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288a0e55e4c9e" /><Relationship Type="http://schemas.openxmlformats.org/officeDocument/2006/relationships/notesSlide" Target="/ppt/notesSlides/notesSlide11.xml" Id="R9462914fb1844c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7677c59c64187" /><Relationship Type="http://schemas.openxmlformats.org/officeDocument/2006/relationships/notesSlide" Target="/ppt/notesSlides/notesSlide12.xml" Id="R3d2f3b4dc95840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f081d1ff449c1" /><Relationship Type="http://schemas.openxmlformats.org/officeDocument/2006/relationships/notesSlide" Target="/ppt/notesSlides/notesSlide13.xml" Id="R053e2d895eac40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26e88fe73471d" /><Relationship Type="http://schemas.openxmlformats.org/officeDocument/2006/relationships/notesSlide" Target="/ppt/notesSlides/notesSlide14.xml" Id="Rf8c2dc24dd2744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fe5bd82d4969" /><Relationship Type="http://schemas.openxmlformats.org/officeDocument/2006/relationships/chart" Target="/ppt/slides/charts/chart1.xml" Id="R7dd83da944cb4ec7" /><Relationship Type="http://schemas.openxmlformats.org/officeDocument/2006/relationships/notesSlide" Target="/ppt/notesSlides/notesSlide15.xml" Id="R31a471d1653a4b5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e65bb79af46a0" /><Relationship Type="http://schemas.openxmlformats.org/officeDocument/2006/relationships/notesSlide" Target="/ppt/notesSlides/notesSlide16.xml" Id="R8157c3f8ecd74b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a9a4ba8924649" /><Relationship Type="http://schemas.openxmlformats.org/officeDocument/2006/relationships/notesSlide" Target="/ppt/notesSlides/notesSlide17.xml" Id="R891b62b2374545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ecff5bbce457a" /><Relationship Type="http://schemas.openxmlformats.org/officeDocument/2006/relationships/notesSlide" Target="/ppt/notesSlides/notesSlide18.xml" Id="Re451d070e6de49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v1</c:v>
          </c:tx>
          <c:spPr>
            <a:solidFill xmlns:a="http://schemas.openxmlformats.org/drawingml/2006/main">
              <a:srgbClr val="527779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73234"/>
                        </a:solidFill>
                        <a:latin typeface="Thonburi"/>
                        <a:ea typeface="Thonburi"/>
                        <a:cs typeface="Thonburi"/>
                      </a:rPr>
                      <a:t>20%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73234"/>
                      </a:solidFill>
                      <a:latin typeface="Thonburi"/>
                      <a:ea typeface="Thonburi"/>
                      <a:cs typeface="Thonbu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73234"/>
                        </a:solidFill>
                        <a:latin typeface="Thonburi"/>
                        <a:ea typeface="Thonburi"/>
                        <a:cs typeface="Thonburi"/>
                      </a:rPr>
                      <a:t>90%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73234"/>
                      </a:solidFill>
                      <a:latin typeface="Thonburi"/>
                      <a:ea typeface="Thonburi"/>
                      <a:cs typeface="Thonbu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Replay rate</c:v>
                </c:pt>
                <c:pt idx="1">
                  <c:v>Completion rate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0.2</c:v>
                </c:pt>
                <c:pt idx="1">
                  <c:v>0.9</c:v>
                </c:pt>
              </c:numCache>
            </c:numRef>
          </c:val>
        </c:ser>
        <c:ser>
          <c:idx val="1"/>
          <c:order val="1"/>
          <c:tx>
            <c:v>v2</c:v>
          </c:tx>
          <c:spPr>
            <a:solidFill xmlns:a="http://schemas.openxmlformats.org/drawingml/2006/main">
              <a:srgbClr val="86A63E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73234"/>
                        </a:solidFill>
                        <a:latin typeface="Thonburi"/>
                        <a:ea typeface="Thonburi"/>
                        <a:cs typeface="Thonburi"/>
                      </a:rPr>
                      <a:t>50%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73234"/>
                      </a:solidFill>
                      <a:latin typeface="Thonburi"/>
                      <a:ea typeface="Thonburi"/>
                      <a:cs typeface="Thonbu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800" b="1">
                        <a:solidFill>
                          <a:srgbClr val="173234"/>
                        </a:solidFill>
                        <a:latin typeface="Thonburi"/>
                        <a:ea typeface="Thonburi"/>
                        <a:cs typeface="Thonburi"/>
                      </a:rPr>
                      <a:t>80%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800" b="1">
                      <a:solidFill>
                        <a:srgbClr val="173234"/>
                      </a:solidFill>
                      <a:latin typeface="Thonburi"/>
                      <a:ea typeface="Thonburi"/>
                      <a:cs typeface="Thonbu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Replay rate</c:v>
                </c:pt>
                <c:pt idx="1">
                  <c:v>Completion rate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0.5</c:v>
                </c:pt>
                <c:pt idx="1">
                  <c:v>0.8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234"/>
                  </a:solidFill>
                  <a:latin typeface="Thonburi"/>
                  <a:ea typeface="Thonburi"/>
                  <a:cs typeface="Thonbu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2E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173234"/>
              </a:solidFill>
              <a:latin typeface="Thonburi"/>
              <a:ea typeface="Thonburi"/>
              <a:cs typeface="Thonburi"/>
            </a:defRPr>
          </a:pPr>
        </a:p>
      </c:txPr>
    </c:legend>
    <c:plotVisOnly val="1"/>
  </c:chart>
  <c:spPr>
    <a:solidFill xmlns:a="http://schemas.openxmlformats.org/drawingml/2006/main">
      <a:srgbClr val="F5F2E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7frvqa-1160-657">
            <a:extLst xmlns:a="http://schemas.openxmlformats.org/drawingml/2006/main">
              <a:ext uri="{FF2B5EF4-FFF2-40B4-BE49-F238E27FC236}">
                <a16:creationId xmlns:a16="http://schemas.microsoft.com/office/drawing/2014/main" id="{05485C97-D1F9-4953-8BBA-5AEA7D7A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  <p:sp>
        <p:nvSpPr>
          <p:cNvPr id="2" name="text-7frvqa-72-140">
            <a:extLst xmlns:a="http://schemas.openxmlformats.org/drawingml/2006/main">
              <a:ext uri="{FF2B5EF4-FFF2-40B4-BE49-F238E27FC236}">
                <a16:creationId xmlns:a16="http://schemas.microsoft.com/office/drawing/2014/main" id="{B652AD8D-3F50-4431-943F-4F6F9B1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87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ADLC</a:t>
            </a:r>
          </a:p>
        </p:txBody>
      </p:sp>
      <p:sp>
        <p:nvSpPr>
          <p:cNvPr id="3" name="text-7frvqa-72-292">
            <a:extLst xmlns:a="http://schemas.openxmlformats.org/drawingml/2006/main">
              <a:ext uri="{FF2B5EF4-FFF2-40B4-BE49-F238E27FC236}">
                <a16:creationId xmlns:a16="http://schemas.microsoft.com/office/drawing/2014/main" id="{07724DD9-3DD4-4DF8-9132-DD48074C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645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in Action</a:t>
            </a:r>
          </a:p>
        </p:txBody>
      </p:sp>
      <p:sp>
        <p:nvSpPr>
          <p:cNvPr id="4" name="text-7frvqa-80-474">
            <a:extLst xmlns:a="http://schemas.openxmlformats.org/drawingml/2006/main">
              <a:ext uri="{FF2B5EF4-FFF2-40B4-BE49-F238E27FC236}">
                <a16:creationId xmlns:a16="http://schemas.microsoft.com/office/drawing/2014/main" id="{E553E7CE-E6C6-4703-9798-A9B1978E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6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สร้างเกม ทดลองใช้ แล้วพัฒนาจากหลักฐาน</a:t>
            </a:r>
          </a:p>
        </p:txBody>
      </p:sp>
      <p:sp>
        <p:nvSpPr>
          <p:cNvPr id="5" name="text-7frvqa-80-602">
            <a:extLst xmlns:a="http://schemas.openxmlformats.org/drawingml/2006/main">
              <a:ext uri="{FF2B5EF4-FFF2-40B4-BE49-F238E27FC236}">
                <a16:creationId xmlns:a16="http://schemas.microsoft.com/office/drawing/2014/main" id="{4339E89C-6ECB-4839-AD6C-606379B7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80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GFIT Workshop</a:t>
            </a:r>
          </a:p>
        </p:txBody>
      </p:sp>
    </p:spTree>
    <p:extLst>
      <p:ext uri="{BB962C8B-B14F-4D97-AF65-F5344CB8AC3E}">
        <p14:creationId xmlns:p14="http://schemas.microsoft.com/office/powerpoint/2010/main" val="857518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zf9sva-1160-657">
            <a:extLst xmlns:a="http://schemas.openxmlformats.org/drawingml/2006/main">
              <a:ext uri="{FF2B5EF4-FFF2-40B4-BE49-F238E27FC236}">
                <a16:creationId xmlns:a16="http://schemas.microsoft.com/office/drawing/2014/main" id="{EF696945-E43B-4701-8824-FBBF364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2" name="text-zf9sva-72-58">
            <a:extLst xmlns:a="http://schemas.openxmlformats.org/drawingml/2006/main">
              <a:ext uri="{FF2B5EF4-FFF2-40B4-BE49-F238E27FC236}">
                <a16:creationId xmlns:a16="http://schemas.microsoft.com/office/drawing/2014/main" id="{1BF04D18-1B9A-43C7-893E-3DE7B584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เกมหนึ่งเกม กับ Intent สองรอบ</a:t>
            </a:r>
          </a:p>
        </p:txBody>
      </p:sp>
      <p:sp>
        <p:nvSpPr>
          <p:cNvPr id="3" name="text-zf9sva-76-195">
            <a:extLst xmlns:a="http://schemas.openxmlformats.org/drawingml/2006/main">
              <a:ext uri="{FF2B5EF4-FFF2-40B4-BE49-F238E27FC236}">
                <a16:creationId xmlns:a16="http://schemas.microsoft.com/office/drawing/2014/main" id="{5B55C9ED-B774-4D58-A561-B043B090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72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01</a:t>
            </a:r>
          </a:p>
        </p:txBody>
      </p:sp>
      <p:sp>
        <p:nvSpPr>
          <p:cNvPr id="4" name="text-zf9sva-340-204">
            <a:extLst xmlns:a="http://schemas.openxmlformats.org/drawingml/2006/main">
              <a:ext uri="{FF2B5EF4-FFF2-40B4-BE49-F238E27FC236}">
                <a16:creationId xmlns:a16="http://schemas.microsoft.com/office/drawing/2014/main" id="{1EE7231E-DD54-401A-94BC-B2D74115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431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เล่นจบหนึ่งรอบ</a:t>
            </a:r>
          </a:p>
        </p:txBody>
      </p:sp>
      <p:sp>
        <p:nvSpPr>
          <p:cNvPr id="5" name="text-zf9sva-342-298">
            <a:extLst xmlns:a="http://schemas.openxmlformats.org/drawingml/2006/main">
              <a:ext uri="{FF2B5EF4-FFF2-40B4-BE49-F238E27FC236}">
                <a16:creationId xmlns:a16="http://schemas.microsoft.com/office/drawing/2014/main" id="{26EDAE18-6F60-4CDC-AD31-45C9C0B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เกมทายเลขที่ผู้เล่นเริ่มและเล่นจบได้เอง</a:t>
            </a:r>
          </a:p>
        </p:txBody>
      </p:sp>
      <p:sp>
        <p:nvSpPr>
          <p:cNvPr id="6" name="text-zf9sva-76-406">
            <a:extLst xmlns:a="http://schemas.openxmlformats.org/drawingml/2006/main">
              <a:ext uri="{FF2B5EF4-FFF2-40B4-BE49-F238E27FC236}">
                <a16:creationId xmlns:a16="http://schemas.microsoft.com/office/drawing/2014/main" id="{A4D79BF6-36C8-4295-8000-B408D92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28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7200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02</a:t>
            </a:r>
          </a:p>
        </p:txBody>
      </p:sp>
      <p:sp>
        <p:nvSpPr>
          <p:cNvPr id="7" name="text-zf9sva-340-420">
            <a:extLst xmlns:a="http://schemas.openxmlformats.org/drawingml/2006/main">
              <a:ext uri="{FF2B5EF4-FFF2-40B4-BE49-F238E27FC236}">
                <a16:creationId xmlns:a16="http://schemas.microsoft.com/office/drawing/2014/main" id="{139BEC64-E415-4B19-B259-7F8EB2B6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อยากเล่นรอบที่สอง</a:t>
            </a:r>
          </a:p>
        </p:txBody>
      </p:sp>
      <p:sp>
        <p:nvSpPr>
          <p:cNvPr id="8" name="text-zf9sva-342-512">
            <a:extLst xmlns:a="http://schemas.openxmlformats.org/drawingml/2006/main">
              <a:ext uri="{FF2B5EF4-FFF2-40B4-BE49-F238E27FC236}">
                <a16:creationId xmlns:a16="http://schemas.microsoft.com/office/drawing/2014/main" id="{604DE6FC-02BB-424E-A6B2-26CE42A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เพิ่ม replay แล้ววัดพฤติกรรมการเล่นซ้ำ</a:t>
            </a:r>
          </a:p>
        </p:txBody>
      </p:sp>
    </p:spTree>
    <p:extLst>
      <p:ext uri="{BB962C8B-B14F-4D97-AF65-F5344CB8AC3E}">
        <p14:creationId xmlns:p14="http://schemas.microsoft.com/office/powerpoint/2010/main" val="12519037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owli69-1160-657">
            <a:extLst xmlns:a="http://schemas.openxmlformats.org/drawingml/2006/main">
              <a:ext uri="{FF2B5EF4-FFF2-40B4-BE49-F238E27FC236}">
                <a16:creationId xmlns:a16="http://schemas.microsoft.com/office/drawing/2014/main" id="{20FD87CD-4185-4BE0-AB83-9064950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03</a:t>
            </a:r>
          </a:p>
        </p:txBody>
      </p:sp>
      <p:sp>
        <p:nvSpPr>
          <p:cNvPr id="2" name="text-owli69-72-58">
            <a:extLst xmlns:a="http://schemas.openxmlformats.org/drawingml/2006/main">
              <a:ext uri="{FF2B5EF4-FFF2-40B4-BE49-F238E27FC236}">
                <a16:creationId xmlns:a16="http://schemas.microsoft.com/office/drawing/2014/main" id="{EECFF7FA-ACB0-4324-B2B4-E3DFA823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วงจร ADLC</a:t>
            </a:r>
          </a:p>
        </p:txBody>
      </p:sp>
      <p:sp>
        <p:nvSpPr>
          <p:cNvPr id="3" name="text-owli69-76-190">
            <a:extLst xmlns:a="http://schemas.openxmlformats.org/drawingml/2006/main">
              <a:ext uri="{FF2B5EF4-FFF2-40B4-BE49-F238E27FC236}">
                <a16:creationId xmlns:a16="http://schemas.microsoft.com/office/drawing/2014/main" id="{6ED43AE8-4A0F-4506-87DE-26BE780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Intent</a:t>
            </a:r>
          </a:p>
        </p:txBody>
      </p:sp>
      <p:sp>
        <p:nvSpPr>
          <p:cNvPr id="4" name="text-owli69-76-244">
            <a:extLst xmlns:a="http://schemas.openxmlformats.org/drawingml/2006/main">
              <a:ext uri="{FF2B5EF4-FFF2-40B4-BE49-F238E27FC236}">
                <a16:creationId xmlns:a16="http://schemas.microsoft.com/office/drawing/2014/main" id="{14AAE039-748F-4628-ACBF-B7CE1823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ตั้งคำถามและเกณฑ์วัดผล</a:t>
            </a:r>
          </a:p>
        </p:txBody>
      </p:sp>
      <p:sp>
        <p:nvSpPr>
          <p:cNvPr id="5" name="text-owli69-76-315">
            <a:extLst xmlns:a="http://schemas.openxmlformats.org/drawingml/2006/main">
              <a:ext uri="{FF2B5EF4-FFF2-40B4-BE49-F238E27FC236}">
                <a16:creationId xmlns:a16="http://schemas.microsoft.com/office/drawing/2014/main" id="{97A1B232-88DB-422C-BD09-7BED75A2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Generate</a:t>
            </a:r>
          </a:p>
        </p:txBody>
      </p:sp>
      <p:sp>
        <p:nvSpPr>
          <p:cNvPr id="6" name="text-owli69-76-369">
            <a:extLst xmlns:a="http://schemas.openxmlformats.org/drawingml/2006/main">
              <a:ext uri="{FF2B5EF4-FFF2-40B4-BE49-F238E27FC236}">
                <a16:creationId xmlns:a16="http://schemas.microsoft.com/office/drawing/2014/main" id="{409B2013-80BA-4C60-8FEF-874D00D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สร้างงานตามบริบท</a:t>
            </a:r>
          </a:p>
        </p:txBody>
      </p:sp>
      <p:sp>
        <p:nvSpPr>
          <p:cNvPr id="7" name="text-owli69-76-440">
            <a:extLst xmlns:a="http://schemas.openxmlformats.org/drawingml/2006/main">
              <a:ext uri="{FF2B5EF4-FFF2-40B4-BE49-F238E27FC236}">
                <a16:creationId xmlns:a16="http://schemas.microsoft.com/office/drawing/2014/main" id="{1EA39A04-2043-4306-9D12-FB887AE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Validate</a:t>
            </a:r>
          </a:p>
        </p:txBody>
      </p:sp>
      <p:sp>
        <p:nvSpPr>
          <p:cNvPr id="8" name="text-owli69-76-494">
            <a:extLst xmlns:a="http://schemas.openxmlformats.org/drawingml/2006/main">
              <a:ext uri="{FF2B5EF4-FFF2-40B4-BE49-F238E27FC236}">
                <a16:creationId xmlns:a16="http://schemas.microsoft.com/office/drawing/2014/main" id="{9BF558FD-7F50-408C-BA52-93A4B2D1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ตรวจหลักฐานระหว่างสร้าง</a:t>
            </a:r>
          </a:p>
        </p:txBody>
      </p:sp>
      <p:sp>
        <p:nvSpPr>
          <p:cNvPr id="9" name="text-owli69-670-190">
            <a:extLst xmlns:a="http://schemas.openxmlformats.org/drawingml/2006/main">
              <a:ext uri="{FF2B5EF4-FFF2-40B4-BE49-F238E27FC236}">
                <a16:creationId xmlns:a16="http://schemas.microsoft.com/office/drawing/2014/main" id="{FF1E6C3C-FD6C-4A4F-B638-3B8D32F3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Govern</a:t>
            </a:r>
          </a:p>
        </p:txBody>
      </p:sp>
      <p:sp>
        <p:nvSpPr>
          <p:cNvPr id="10" name="text-owli69-670-244">
            <a:extLst xmlns:a="http://schemas.openxmlformats.org/drawingml/2006/main">
              <a:ext uri="{FF2B5EF4-FFF2-40B4-BE49-F238E27FC236}">
                <a16:creationId xmlns:a16="http://schemas.microsoft.com/office/drawing/2014/main" id="{31945107-D73F-4D12-89C1-E6B6797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มนุษย์ตัดสินใจ</a:t>
            </a:r>
          </a:p>
        </p:txBody>
      </p:sp>
      <p:sp>
        <p:nvSpPr>
          <p:cNvPr id="11" name="text-owli69-670-315">
            <a:extLst xmlns:a="http://schemas.openxmlformats.org/drawingml/2006/main">
              <a:ext uri="{FF2B5EF4-FFF2-40B4-BE49-F238E27FC236}">
                <a16:creationId xmlns:a16="http://schemas.microsoft.com/office/drawing/2014/main" id="{4B4BE94C-3A4C-458F-9780-9FDAE12F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Deploy</a:t>
            </a:r>
          </a:p>
        </p:txBody>
      </p:sp>
      <p:sp>
        <p:nvSpPr>
          <p:cNvPr id="12" name="text-owli69-670-369">
            <a:extLst xmlns:a="http://schemas.openxmlformats.org/drawingml/2006/main">
              <a:ext uri="{FF2B5EF4-FFF2-40B4-BE49-F238E27FC236}">
                <a16:creationId xmlns:a16="http://schemas.microsoft.com/office/drawing/2014/main" id="{FACED34D-1E21-459F-89EE-E0BB3E9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เปิดเวอร์ชันให้ทดลอง</a:t>
            </a:r>
          </a:p>
        </p:txBody>
      </p:sp>
      <p:sp>
        <p:nvSpPr>
          <p:cNvPr id="13" name="text-owli69-670-440">
            <a:extLst xmlns:a="http://schemas.openxmlformats.org/drawingml/2006/main">
              <a:ext uri="{FF2B5EF4-FFF2-40B4-BE49-F238E27FC236}">
                <a16:creationId xmlns:a16="http://schemas.microsoft.com/office/drawing/2014/main" id="{59C899CB-604C-47AB-87DF-ABF70E42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91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6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Observe</a:t>
            </a:r>
          </a:p>
        </p:txBody>
      </p:sp>
      <p:sp>
        <p:nvSpPr>
          <p:cNvPr id="14" name="text-owli69-670-494">
            <a:extLst xmlns:a="http://schemas.openxmlformats.org/drawingml/2006/main">
              <a:ext uri="{FF2B5EF4-FFF2-40B4-BE49-F238E27FC236}">
                <a16:creationId xmlns:a16="http://schemas.microsoft.com/office/drawing/2014/main" id="{C9BBB298-06B0-4CD2-A1DA-12E8A123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วัดผลเพื่อปรับ Intent</a:t>
            </a:r>
          </a:p>
        </p:txBody>
      </p:sp>
      <p:sp>
        <p:nvSpPr>
          <p:cNvPr id="15" name="text-owli69-76-605">
            <a:extLst xmlns:a="http://schemas.openxmlformats.org/drawingml/2006/main">
              <a:ext uri="{FF2B5EF4-FFF2-40B4-BE49-F238E27FC236}">
                <a16:creationId xmlns:a16="http://schemas.microsoft.com/office/drawing/2014/main" id="{FBD68C4F-0253-4942-BA87-5EAA1C13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Generate และ Validate ทำงานควบคู่กัน ส่วน Observe ป้อนคำถามกลับเข้า Intent</a:t>
            </a:r>
          </a:p>
        </p:txBody>
      </p:sp>
    </p:spTree>
    <p:extLst>
      <p:ext uri="{BB962C8B-B14F-4D97-AF65-F5344CB8AC3E}">
        <p14:creationId xmlns:p14="http://schemas.microsoft.com/office/powerpoint/2010/main" val="137249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srdnl-1160-657">
            <a:extLst xmlns:a="http://schemas.openxmlformats.org/drawingml/2006/main">
              <a:ext uri="{FF2B5EF4-FFF2-40B4-BE49-F238E27FC236}">
                <a16:creationId xmlns:a16="http://schemas.microsoft.com/office/drawing/2014/main" id="{FB3649CF-C4EE-4493-8DCE-73D5EB29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04</a:t>
            </a:r>
          </a:p>
        </p:txBody>
      </p:sp>
      <p:sp>
        <p:nvSpPr>
          <p:cNvPr id="2" name="text-vsrdnl-72-58">
            <a:extLst xmlns:a="http://schemas.openxmlformats.org/drawingml/2006/main">
              <a:ext uri="{FF2B5EF4-FFF2-40B4-BE49-F238E27FC236}">
                <a16:creationId xmlns:a16="http://schemas.microsoft.com/office/drawing/2014/main" id="{83D0AD12-BB1B-489C-A1F1-483FB7B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บทบาทของคนและ Agent</a:t>
            </a:r>
          </a:p>
        </p:txBody>
      </p:sp>
      <p:sp>
        <p:nvSpPr>
          <p:cNvPr id="3" name="text-vsrdnl-76-185">
            <a:extLst xmlns:a="http://schemas.openxmlformats.org/drawingml/2006/main">
              <a:ext uri="{FF2B5EF4-FFF2-40B4-BE49-F238E27FC236}">
                <a16:creationId xmlns:a16="http://schemas.microsoft.com/office/drawing/2014/main" id="{1EA8B5A1-09C2-4BEC-9016-23B4AACA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45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คน</a:t>
            </a:r>
          </a:p>
        </p:txBody>
      </p:sp>
      <p:sp>
        <p:nvSpPr>
          <p:cNvPr id="4" name="text-vsrdnl-76-288">
            <a:extLst xmlns:a="http://schemas.openxmlformats.org/drawingml/2006/main">
              <a:ext uri="{FF2B5EF4-FFF2-40B4-BE49-F238E27FC236}">
                <a16:creationId xmlns:a16="http://schemas.microsoft.com/office/drawing/2014/main" id="{BB499EFB-B17A-47A2-A435-76AF2CED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กำหนด Intent และขอบเขต</a:t>
            </a:r>
          </a:p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อ่านหลักฐานและทดลองเล่น</a:t>
            </a:r>
          </a:p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ตัดสินใจให้ไปต่อหรือแก้ไข</a:t>
            </a:r>
          </a:p>
        </p:txBody>
      </p:sp>
      <p:sp>
        <p:nvSpPr>
          <p:cNvPr id="5" name="text-vsrdnl-686-185">
            <a:extLst xmlns:a="http://schemas.openxmlformats.org/drawingml/2006/main">
              <a:ext uri="{FF2B5EF4-FFF2-40B4-BE49-F238E27FC236}">
                <a16:creationId xmlns:a16="http://schemas.microsoft.com/office/drawing/2014/main" id="{637CC587-CD70-4BE6-85F9-FB202FA8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45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Agent</a:t>
            </a:r>
          </a:p>
        </p:txBody>
      </p:sp>
      <p:sp>
        <p:nvSpPr>
          <p:cNvPr id="6" name="text-vsrdnl-686-288">
            <a:extLst xmlns:a="http://schemas.openxmlformats.org/drawingml/2006/main">
              <a:ext uri="{FF2B5EF4-FFF2-40B4-BE49-F238E27FC236}">
                <a16:creationId xmlns:a16="http://schemas.microsoft.com/office/drawing/2014/main" id="{0C26B495-45E5-4B13-AF42-5E94B036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สร้าง Spec และ Plan</a:t>
            </a:r>
          </a:p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ลงมือทำพร้อม tests</a:t>
            </a:r>
          </a:p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รายงานผลและข้อจำกัด</a:t>
            </a:r>
          </a:p>
        </p:txBody>
      </p:sp>
      <p:sp>
        <p:nvSpPr>
          <p:cNvPr id="7" name="text-vsrdnl-76-605">
            <a:extLst xmlns:a="http://schemas.openxmlformats.org/drawingml/2006/main">
              <a:ext uri="{FF2B5EF4-FFF2-40B4-BE49-F238E27FC236}">
                <a16:creationId xmlns:a16="http://schemas.microsoft.com/office/drawing/2014/main" id="{F170D0BD-6660-4571-A78D-F7094D5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การอนุมัติผูกกับเวอร์ชันที่ตรวจ เมื่อโค้ดเปลี่ยนต้องทบทวนหลักฐาน</a:t>
            </a:r>
          </a:p>
        </p:txBody>
      </p:sp>
    </p:spTree>
    <p:extLst>
      <p:ext uri="{BB962C8B-B14F-4D97-AF65-F5344CB8AC3E}">
        <p14:creationId xmlns:p14="http://schemas.microsoft.com/office/powerpoint/2010/main" val="590809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g7ya9-1160-657">
            <a:extLst xmlns:a="http://schemas.openxmlformats.org/drawingml/2006/main">
              <a:ext uri="{FF2B5EF4-FFF2-40B4-BE49-F238E27FC236}">
                <a16:creationId xmlns:a16="http://schemas.microsoft.com/office/drawing/2014/main" id="{D74F122F-F56E-4343-AA31-F1C7BC0F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05</a:t>
            </a:r>
          </a:p>
        </p:txBody>
      </p:sp>
      <p:sp>
        <p:nvSpPr>
          <p:cNvPr id="2" name="text-2g7ya9-72-58">
            <a:extLst xmlns:a="http://schemas.openxmlformats.org/drawingml/2006/main">
              <a:ext uri="{FF2B5EF4-FFF2-40B4-BE49-F238E27FC236}">
                <a16:creationId xmlns:a16="http://schemas.microsoft.com/office/drawing/2014/main" id="{BDD3F9C4-DB41-43EB-A2FD-890B4E58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จุดเริ่มต้นใน repo</a:t>
            </a:r>
          </a:p>
        </p:txBody>
      </p:sp>
      <p:sp>
        <p:nvSpPr>
          <p:cNvPr id="3" name="text-2g7ya9-76-194">
            <a:extLst xmlns:a="http://schemas.openxmlformats.org/drawingml/2006/main">
              <a:ext uri="{FF2B5EF4-FFF2-40B4-BE49-F238E27FC236}">
                <a16:creationId xmlns:a16="http://schemas.microsoft.com/office/drawing/2014/main" id="{BC348672-AFA8-4F48-AEE7-A7B4B08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9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README.md</a:t>
            </a:r>
          </a:p>
        </p:txBody>
      </p:sp>
      <p:sp>
        <p:nvSpPr>
          <p:cNvPr id="4" name="text-2g7ya9-76-248">
            <a:extLst xmlns:a="http://schemas.openxmlformats.org/drawingml/2006/main">
              <a:ext uri="{FF2B5EF4-FFF2-40B4-BE49-F238E27FC236}">
                <a16:creationId xmlns:a16="http://schemas.microsoft.com/office/drawing/2014/main" id="{ACB4F558-3180-43B7-BFDD-01B9871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หน้าเริ่มต้นและภาพรวม Workshop</a:t>
            </a:r>
          </a:p>
        </p:txBody>
      </p:sp>
      <p:sp>
        <p:nvSpPr>
          <p:cNvPr id="5" name="text-2g7ya9-76-326">
            <a:extLst xmlns:a="http://schemas.openxmlformats.org/drawingml/2006/main">
              <a:ext uri="{FF2B5EF4-FFF2-40B4-BE49-F238E27FC236}">
                <a16:creationId xmlns:a16="http://schemas.microsoft.com/office/drawing/2014/main" id="{AE180E7D-ADCA-49C3-ADBE-DCE79D5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9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handson/README.md + game-profile.md</a:t>
            </a:r>
          </a:p>
        </p:txBody>
      </p:sp>
      <p:sp>
        <p:nvSpPr>
          <p:cNvPr id="6" name="text-2g7ya9-76-380">
            <a:extLst xmlns:a="http://schemas.openxmlformats.org/drawingml/2006/main">
              <a:ext uri="{FF2B5EF4-FFF2-40B4-BE49-F238E27FC236}">
                <a16:creationId xmlns:a16="http://schemas.microsoft.com/office/drawing/2014/main" id="{58D6DB28-5F43-4899-A5FB-A8AEC155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ลำดับ Step และ Project Binding</a:t>
            </a:r>
          </a:p>
        </p:txBody>
      </p:sp>
      <p:sp>
        <p:nvSpPr>
          <p:cNvPr id="7" name="text-2g7ya9-76-458">
            <a:extLst xmlns:a="http://schemas.openxmlformats.org/drawingml/2006/main">
              <a:ext uri="{FF2B5EF4-FFF2-40B4-BE49-F238E27FC236}">
                <a16:creationId xmlns:a16="http://schemas.microsoft.com/office/drawing/2014/main" id="{0CF6C272-2A9B-484B-8EFA-12C38F23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92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AGENTS.md + .agents/skills/</a:t>
            </a:r>
          </a:p>
        </p:txBody>
      </p:sp>
      <p:sp>
        <p:nvSpPr>
          <p:cNvPr id="8" name="text-2g7ya9-76-512">
            <a:extLst xmlns:a="http://schemas.openxmlformats.org/drawingml/2006/main">
              <a:ext uri="{FF2B5EF4-FFF2-40B4-BE49-F238E27FC236}">
                <a16:creationId xmlns:a16="http://schemas.microsoft.com/office/drawing/2014/main" id="{C4FAD066-CF0D-40B3-8309-3AB9908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กติกา Agent และ reusable skills</a:t>
            </a:r>
          </a:p>
        </p:txBody>
      </p:sp>
      <p:sp>
        <p:nvSpPr>
          <p:cNvPr id="9" name="text-2g7ya9-76-605">
            <a:extLst xmlns:a="http://schemas.openxmlformats.org/drawingml/2006/main">
              <a:ext uri="{FF2B5EF4-FFF2-40B4-BE49-F238E27FC236}">
                <a16:creationId xmlns:a16="http://schemas.microsoft.com/office/drawing/2014/main" id="{594D4796-730E-41AD-A48F-35CC767D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Skill Core แยกจากตัวอย่างเกม ตั้งค่าเฉพาะโปรเจกต์ และเลือก Coding Agent ได้</a:t>
            </a:r>
          </a:p>
        </p:txBody>
      </p:sp>
    </p:spTree>
    <p:extLst>
      <p:ext uri="{BB962C8B-B14F-4D97-AF65-F5344CB8AC3E}">
        <p14:creationId xmlns:p14="http://schemas.microsoft.com/office/powerpoint/2010/main" val="46559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gd496-1160-657">
            <a:extLst xmlns:a="http://schemas.openxmlformats.org/drawingml/2006/main">
              <a:ext uri="{FF2B5EF4-FFF2-40B4-BE49-F238E27FC236}">
                <a16:creationId xmlns:a16="http://schemas.microsoft.com/office/drawing/2014/main" id="{C575D439-C6D4-47B6-85E1-DB11E9A2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06</a:t>
            </a:r>
          </a:p>
        </p:txBody>
      </p:sp>
      <p:sp>
        <p:nvSpPr>
          <p:cNvPr id="2" name="text-2gd496-72-58">
            <a:extLst xmlns:a="http://schemas.openxmlformats.org/drawingml/2006/main">
              <a:ext uri="{FF2B5EF4-FFF2-40B4-BE49-F238E27FC236}">
                <a16:creationId xmlns:a16="http://schemas.microsoft.com/office/drawing/2014/main" id="{FB93568D-F673-4341-9754-156D9D20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6 Reusable Skills ตรงกับ 6 ADLC modes</a:t>
            </a:r>
          </a:p>
        </p:txBody>
      </p:sp>
      <p:sp>
        <p:nvSpPr>
          <p:cNvPr id="3" name="text-2gd496-76-188">
            <a:extLst xmlns:a="http://schemas.openxmlformats.org/drawingml/2006/main">
              <a:ext uri="{FF2B5EF4-FFF2-40B4-BE49-F238E27FC236}">
                <a16:creationId xmlns:a16="http://schemas.microsoft.com/office/drawing/2014/main" id="{302E458F-8EA9-4B2A-A477-FEDF22DF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gfit-adlc-intent</a:t>
            </a:r>
          </a:p>
        </p:txBody>
      </p:sp>
      <p:sp>
        <p:nvSpPr>
          <p:cNvPr id="4" name="text-2gd496-76-235">
            <a:extLst xmlns:a="http://schemas.openxmlformats.org/drawingml/2006/main">
              <a:ext uri="{FF2B5EF4-FFF2-40B4-BE49-F238E27FC236}">
                <a16:creationId xmlns:a16="http://schemas.microsoft.com/office/drawing/2014/main" id="{229848C7-F190-4C3A-AB00-3971C63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Hypothesis และ signal</a:t>
            </a:r>
          </a:p>
        </p:txBody>
      </p:sp>
      <p:sp>
        <p:nvSpPr>
          <p:cNvPr id="5" name="text-2gd496-76-314">
            <a:extLst xmlns:a="http://schemas.openxmlformats.org/drawingml/2006/main">
              <a:ext uri="{FF2B5EF4-FFF2-40B4-BE49-F238E27FC236}">
                <a16:creationId xmlns:a16="http://schemas.microsoft.com/office/drawing/2014/main" id="{1869C181-6CA2-4E4D-B1DA-B57B8E3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gfit-adlc-generate</a:t>
            </a:r>
          </a:p>
        </p:txBody>
      </p:sp>
      <p:sp>
        <p:nvSpPr>
          <p:cNvPr id="6" name="text-2gd496-76-361">
            <a:extLst xmlns:a="http://schemas.openxmlformats.org/drawingml/2006/main">
              <a:ext uri="{FF2B5EF4-FFF2-40B4-BE49-F238E27FC236}">
                <a16:creationId xmlns:a16="http://schemas.microsoft.com/office/drawing/2014/main" id="{9D9162B5-B204-489E-A215-89A54F60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Spec, plan, implementation</a:t>
            </a:r>
          </a:p>
        </p:txBody>
      </p:sp>
      <p:sp>
        <p:nvSpPr>
          <p:cNvPr id="7" name="text-2gd496-76-440">
            <a:extLst xmlns:a="http://schemas.openxmlformats.org/drawingml/2006/main">
              <a:ext uri="{FF2B5EF4-FFF2-40B4-BE49-F238E27FC236}">
                <a16:creationId xmlns:a16="http://schemas.microsoft.com/office/drawing/2014/main" id="{E7336556-73A3-4924-BB98-A3519484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gfit-adlc-validate</a:t>
            </a:r>
          </a:p>
        </p:txBody>
      </p:sp>
      <p:sp>
        <p:nvSpPr>
          <p:cNvPr id="8" name="text-2gd496-76-487">
            <a:extLst xmlns:a="http://schemas.openxmlformats.org/drawingml/2006/main">
              <a:ext uri="{FF2B5EF4-FFF2-40B4-BE49-F238E27FC236}">
                <a16:creationId xmlns:a16="http://schemas.microsoft.com/office/drawing/2014/main" id="{B857B147-2E3E-4A8E-BDFA-158D908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8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Acceptance และหลักฐาน</a:t>
            </a:r>
          </a:p>
        </p:txBody>
      </p:sp>
      <p:sp>
        <p:nvSpPr>
          <p:cNvPr id="9" name="text-2gd496-680-188">
            <a:extLst xmlns:a="http://schemas.openxmlformats.org/drawingml/2006/main">
              <a:ext uri="{FF2B5EF4-FFF2-40B4-BE49-F238E27FC236}">
                <a16:creationId xmlns:a16="http://schemas.microsoft.com/office/drawing/2014/main" id="{AEEA5504-67EF-428B-AF11-32BB713C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gfit-adlc-govern</a:t>
            </a:r>
          </a:p>
        </p:txBody>
      </p:sp>
      <p:sp>
        <p:nvSpPr>
          <p:cNvPr id="10" name="text-2gd496-680-235">
            <a:extLst xmlns:a="http://schemas.openxmlformats.org/drawingml/2006/main">
              <a:ext uri="{FF2B5EF4-FFF2-40B4-BE49-F238E27FC236}">
                <a16:creationId xmlns:a16="http://schemas.microsoft.com/office/drawing/2014/main" id="{AB5E6E6C-D3E8-4179-860A-119EF9CD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มนุษย์ตัดสินใจ</a:t>
            </a:r>
          </a:p>
        </p:txBody>
      </p:sp>
      <p:sp>
        <p:nvSpPr>
          <p:cNvPr id="11" name="text-2gd496-680-314">
            <a:extLst xmlns:a="http://schemas.openxmlformats.org/drawingml/2006/main">
              <a:ext uri="{FF2B5EF4-FFF2-40B4-BE49-F238E27FC236}">
                <a16:creationId xmlns:a16="http://schemas.microsoft.com/office/drawing/2014/main" id="{8837B7E5-425D-4268-9F11-63289C7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gfit-adlc-deploy</a:t>
            </a:r>
          </a:p>
        </p:txBody>
      </p:sp>
      <p:sp>
        <p:nvSpPr>
          <p:cNvPr id="12" name="text-2gd496-680-361">
            <a:extLst xmlns:a="http://schemas.openxmlformats.org/drawingml/2006/main">
              <a:ext uri="{FF2B5EF4-FFF2-40B4-BE49-F238E27FC236}">
                <a16:creationId xmlns:a16="http://schemas.microsoft.com/office/drawing/2014/main" id="{43310533-FAEB-4FDF-904C-0EE13FF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Release ตาม project target</a:t>
            </a:r>
          </a:p>
        </p:txBody>
      </p:sp>
      <p:sp>
        <p:nvSpPr>
          <p:cNvPr id="13" name="text-2gd496-680-440">
            <a:extLst xmlns:a="http://schemas.openxmlformats.org/drawingml/2006/main">
              <a:ext uri="{FF2B5EF4-FFF2-40B4-BE49-F238E27FC236}">
                <a16:creationId xmlns:a16="http://schemas.microsoft.com/office/drawing/2014/main" id="{00E58243-BD24-447C-9C56-DCBF414B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18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gfit-adlc-observe</a:t>
            </a:r>
          </a:p>
        </p:txBody>
      </p:sp>
      <p:sp>
        <p:nvSpPr>
          <p:cNvPr id="14" name="text-2gd496-680-487">
            <a:extLst xmlns:a="http://schemas.openxmlformats.org/drawingml/2006/main">
              <a:ext uri="{FF2B5EF4-FFF2-40B4-BE49-F238E27FC236}">
                <a16:creationId xmlns:a16="http://schemas.microsoft.com/office/drawing/2014/main" id="{6948900F-AFE6-4BB3-A715-00F47F24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38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17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วิเคราะห์ outcome signal</a:t>
            </a:r>
          </a:p>
        </p:txBody>
      </p:sp>
      <p:sp>
        <p:nvSpPr>
          <p:cNvPr id="15" name="text-2gd496-76-605">
            <a:extLst xmlns:a="http://schemas.openxmlformats.org/drawingml/2006/main">
              <a:ext uri="{FF2B5EF4-FFF2-40B4-BE49-F238E27FC236}">
                <a16:creationId xmlns:a16="http://schemas.microsoft.com/office/drawing/2014/main" id="{54038BD7-E639-465A-9535-7929852D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แต่ละ Skill ใช้เดี่ยวได้ และทำงานร่วมกันเป็น ADLC pack ในทุก domain</a:t>
            </a:r>
          </a:p>
        </p:txBody>
      </p:sp>
    </p:spTree>
    <p:extLst>
      <p:ext uri="{BB962C8B-B14F-4D97-AF65-F5344CB8AC3E}">
        <p14:creationId xmlns:p14="http://schemas.microsoft.com/office/powerpoint/2010/main" val="190435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akfa8-1160-657">
            <a:extLst xmlns:a="http://schemas.openxmlformats.org/drawingml/2006/main">
              <a:ext uri="{FF2B5EF4-FFF2-40B4-BE49-F238E27FC236}">
                <a16:creationId xmlns:a16="http://schemas.microsoft.com/office/drawing/2014/main" id="{9B0BA553-D5C0-4747-AB53-0401945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07</a:t>
            </a:r>
          </a:p>
        </p:txBody>
      </p:sp>
      <p:sp>
        <p:nvSpPr>
          <p:cNvPr id="2" name="text-4akfa8-72-58">
            <a:extLst xmlns:a="http://schemas.openxmlformats.org/drawingml/2006/main">
              <a:ext uri="{FF2B5EF4-FFF2-40B4-BE49-F238E27FC236}">
                <a16:creationId xmlns:a16="http://schemas.microsoft.com/office/drawing/2014/main" id="{0F04AC16-9277-4C84-AEEA-3BA55DCD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Intent 1: เกมทายเลข</a:t>
            </a:r>
          </a:p>
        </p:txBody>
      </p:sp>
      <p:sp>
        <p:nvSpPr>
          <p:cNvPr id="3" name="text-4akfa8-76-180">
            <a:extLst xmlns:a="http://schemas.openxmlformats.org/drawingml/2006/main">
              <a:ext uri="{FF2B5EF4-FFF2-40B4-BE49-F238E27FC236}">
                <a16:creationId xmlns:a16="http://schemas.microsoft.com/office/drawing/2014/main" id="{84147947-8103-401D-91E7-86F2D01E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75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1–100</a:t>
            </a:r>
          </a:p>
        </p:txBody>
      </p:sp>
      <p:sp>
        <p:nvSpPr>
          <p:cNvPr id="4" name="text-4akfa8-80-338">
            <a:extLst xmlns:a="http://schemas.openxmlformats.org/drawingml/2006/main">
              <a:ext uri="{FF2B5EF4-FFF2-40B4-BE49-F238E27FC236}">
                <a16:creationId xmlns:a16="http://schemas.microsoft.com/office/drawing/2014/main" id="{456F27FA-EEA2-4A6B-9829-DBD498F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ช่วงตัวเลข</a:t>
            </a:r>
          </a:p>
        </p:txBody>
      </p:sp>
      <p:sp>
        <p:nvSpPr>
          <p:cNvPr id="5" name="text-4akfa8-746-180">
            <a:extLst xmlns:a="http://schemas.openxmlformats.org/drawingml/2006/main">
              <a:ext uri="{FF2B5EF4-FFF2-40B4-BE49-F238E27FC236}">
                <a16:creationId xmlns:a16="http://schemas.microsoft.com/office/drawing/2014/main" id="{104A763C-90DD-4A68-903B-96B7E0A0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3619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84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7</a:t>
            </a:r>
          </a:p>
        </p:txBody>
      </p:sp>
      <p:sp>
        <p:nvSpPr>
          <p:cNvPr id="6" name="text-4akfa8-746-338">
            <a:extLst xmlns:a="http://schemas.openxmlformats.org/drawingml/2006/main">
              <a:ext uri="{FF2B5EF4-FFF2-40B4-BE49-F238E27FC236}">
                <a16:creationId xmlns:a16="http://schemas.microsoft.com/office/drawing/2014/main" id="{F359035A-FDC9-4EFD-B018-EF0BA4D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โอกาสในการทาย</a:t>
            </a:r>
          </a:p>
        </p:txBody>
      </p:sp>
      <p:sp>
        <p:nvSpPr>
          <p:cNvPr id="7" name="text-4akfa8-76-466">
            <a:extLst xmlns:a="http://schemas.openxmlformats.org/drawingml/2006/main">
              <a:ext uri="{FF2B5EF4-FFF2-40B4-BE49-F238E27FC236}">
                <a16:creationId xmlns:a16="http://schemas.microsoft.com/office/drawing/2014/main" id="{2418F78C-5140-4432-B2D0-1A69ED9D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475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ระบบบอก “ต่ำไป” หรือ “สูงไป” จนชนะหรือแพ้</a:t>
            </a:r>
          </a:p>
        </p:txBody>
      </p:sp>
      <p:sp>
        <p:nvSpPr>
          <p:cNvPr id="8" name="text-4akfa8-76-605">
            <a:extLst xmlns:a="http://schemas.openxmlformats.org/drawingml/2006/main">
              <a:ext uri="{FF2B5EF4-FFF2-40B4-BE49-F238E27FC236}">
                <a16:creationId xmlns:a16="http://schemas.microsoft.com/office/drawing/2014/main" id="{9432F90D-90A7-47B0-A372-FDE11C32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v1 เล่นจบหนึ่งรอบ ไม่มีคะแนน ระดับความยาก หรือระบบสมาชิก</a:t>
            </a:r>
          </a:p>
        </p:txBody>
      </p:sp>
    </p:spTree>
    <p:extLst>
      <p:ext uri="{BB962C8B-B14F-4D97-AF65-F5344CB8AC3E}">
        <p14:creationId xmlns:p14="http://schemas.microsoft.com/office/powerpoint/2010/main" val="1633671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h7o5ls-1160-657">
            <a:extLst xmlns:a="http://schemas.openxmlformats.org/drawingml/2006/main">
              <a:ext uri="{FF2B5EF4-FFF2-40B4-BE49-F238E27FC236}">
                <a16:creationId xmlns:a16="http://schemas.microsoft.com/office/drawing/2014/main" id="{8B0EE640-0DFA-45CC-A229-0269447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08</a:t>
            </a:r>
          </a:p>
        </p:txBody>
      </p:sp>
      <p:sp>
        <p:nvSpPr>
          <p:cNvPr id="2" name="text-h7o5ls-72-58">
            <a:extLst xmlns:a="http://schemas.openxmlformats.org/drawingml/2006/main">
              <a:ext uri="{FF2B5EF4-FFF2-40B4-BE49-F238E27FC236}">
                <a16:creationId xmlns:a16="http://schemas.microsoft.com/office/drawing/2014/main" id="{6A82D0EA-39AE-4136-B5F7-F6207280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Intent 1: เกณฑ์ทดลอง</a:t>
            </a:r>
          </a:p>
        </p:txBody>
      </p:sp>
      <p:sp>
        <p:nvSpPr>
          <p:cNvPr id="3" name="text-h7o5ls-76-181">
            <a:extLst xmlns:a="http://schemas.openxmlformats.org/drawingml/2006/main">
              <a:ext uri="{FF2B5EF4-FFF2-40B4-BE49-F238E27FC236}">
                <a16:creationId xmlns:a16="http://schemas.microsoft.com/office/drawing/2014/main" id="{FA0AAE2C-CC68-4946-A106-9E4AF6FF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2402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84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4 / 5</a:t>
            </a:r>
          </a:p>
        </p:txBody>
      </p:sp>
      <p:sp>
        <p:nvSpPr>
          <p:cNvPr id="4" name="text-h7o5ls-750-207">
            <a:extLst xmlns:a="http://schemas.openxmlformats.org/drawingml/2006/main">
              <a:ext uri="{FF2B5EF4-FFF2-40B4-BE49-F238E27FC236}">
                <a16:creationId xmlns:a16="http://schemas.microsoft.com/office/drawing/2014/main" id="{5C70BF08-E07D-4C2F-A9C7-C35250A1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4333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session จบรอบแรก</a:t>
            </a:r>
          </a:p>
          <a:p xmlns:a="http://schemas.openxmlformats.org/drawingml/2006/main">
            <a:pPr>
              <a:defRPr sz="27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ภายใน 5 นาที</a:t>
            </a:r>
          </a:p>
        </p:txBody>
      </p:sp>
      <p:sp>
        <p:nvSpPr>
          <p:cNvPr id="5" name="text-h7o5ls-76-410">
            <a:extLst xmlns:a="http://schemas.openxmlformats.org/drawingml/2006/main">
              <a:ext uri="{FF2B5EF4-FFF2-40B4-BE49-F238E27FC236}">
                <a16:creationId xmlns:a16="http://schemas.microsoft.com/office/drawing/2014/main" id="{75229D4D-F6F2-40C4-A875-3C17CDA6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สมมติฐาน: ผู้เล่นใหม่เริ่มและเล่นจบได้เอง</a:t>
            </a:r>
          </a:p>
        </p:txBody>
      </p:sp>
      <p:sp>
        <p:nvSpPr>
          <p:cNvPr id="6" name="text-h7o5ls-76-481">
            <a:extLst xmlns:a="http://schemas.openxmlformats.org/drawingml/2006/main">
              <a:ext uri="{FF2B5EF4-FFF2-40B4-BE49-F238E27FC236}">
                <a16:creationId xmlns:a16="http://schemas.microsoft.com/office/drawing/2014/main" id="{CF605785-0D3D-484C-8865-B6EB6242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Guardrail: ไม่มีข้อผิดพลาดที่ขัดขวางการเล่น</a:t>
            </a:r>
          </a:p>
        </p:txBody>
      </p:sp>
      <p:sp>
        <p:nvSpPr>
          <p:cNvPr id="7" name="text-h7o5ls-76-605">
            <a:extLst xmlns:a="http://schemas.openxmlformats.org/drawingml/2006/main">
              <a:ext uri="{FF2B5EF4-FFF2-40B4-BE49-F238E27FC236}">
                <a16:creationId xmlns:a16="http://schemas.microsoft.com/office/drawing/2014/main" id="{10B68DA0-6C43-41C4-83B7-A8BDF84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ตัวเลขนี้เป็นเป้าหมาย pilot ผลจากการเล่นจริงยังต้องวัด</a:t>
            </a:r>
          </a:p>
        </p:txBody>
      </p:sp>
    </p:spTree>
    <p:extLst>
      <p:ext uri="{BB962C8B-B14F-4D97-AF65-F5344CB8AC3E}">
        <p14:creationId xmlns:p14="http://schemas.microsoft.com/office/powerpoint/2010/main" val="1476592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r4vqt2-1160-657">
            <a:extLst xmlns:a="http://schemas.openxmlformats.org/drawingml/2006/main">
              <a:ext uri="{FF2B5EF4-FFF2-40B4-BE49-F238E27FC236}">
                <a16:creationId xmlns:a16="http://schemas.microsoft.com/office/drawing/2014/main" id="{57A32162-0E7D-4ED7-86C6-B8207CF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09</a:t>
            </a:r>
          </a:p>
        </p:txBody>
      </p:sp>
      <p:sp>
        <p:nvSpPr>
          <p:cNvPr id="2" name="text-r4vqt2-72-58">
            <a:extLst xmlns:a="http://schemas.openxmlformats.org/drawingml/2006/main">
              <a:ext uri="{FF2B5EF4-FFF2-40B4-BE49-F238E27FC236}">
                <a16:creationId xmlns:a16="http://schemas.microsoft.com/office/drawing/2014/main" id="{A1E7349A-ACF7-45DA-894F-21D5CA6F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หลักฐานที่เกิดขึ้นระหว่างทำ</a:t>
            </a:r>
          </a:p>
        </p:txBody>
      </p:sp>
      <p:sp>
        <p:nvSpPr>
          <p:cNvPr id="3" name="text-r4vqt2-76-184">
            <a:extLst xmlns:a="http://schemas.openxmlformats.org/drawingml/2006/main">
              <a:ext uri="{FF2B5EF4-FFF2-40B4-BE49-F238E27FC236}">
                <a16:creationId xmlns:a16="http://schemas.microsoft.com/office/drawing/2014/main" id="{99C45E1F-1B33-4164-B65A-33C812C1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intent.md</a:t>
            </a:r>
          </a:p>
        </p:txBody>
      </p:sp>
      <p:sp>
        <p:nvSpPr>
          <p:cNvPr id="4" name="text-r4vqt2-744-184">
            <a:extLst xmlns:a="http://schemas.openxmlformats.org/drawingml/2006/main">
              <a:ext uri="{FF2B5EF4-FFF2-40B4-BE49-F238E27FC236}">
                <a16:creationId xmlns:a16="http://schemas.microsoft.com/office/drawing/2014/main" id="{E7056D3F-06F8-4A55-93CB-F897F1BD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สิ่งที่ต้องการเรียนรู้</a:t>
            </a:r>
          </a:p>
        </p:txBody>
      </p:sp>
      <p:sp>
        <p:nvSpPr>
          <p:cNvPr id="5" name="text-r4vqt2-76-262">
            <a:extLst xmlns:a="http://schemas.openxmlformats.org/drawingml/2006/main">
              <a:ext uri="{FF2B5EF4-FFF2-40B4-BE49-F238E27FC236}">
                <a16:creationId xmlns:a16="http://schemas.microsoft.com/office/drawing/2014/main" id="{2185229B-02CD-40CC-91E2-4C6FA64B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spec.md + plan.md</a:t>
            </a:r>
          </a:p>
        </p:txBody>
      </p:sp>
      <p:sp>
        <p:nvSpPr>
          <p:cNvPr id="6" name="text-r4vqt2-744-262">
            <a:extLst xmlns:a="http://schemas.openxmlformats.org/drawingml/2006/main">
              <a:ext uri="{FF2B5EF4-FFF2-40B4-BE49-F238E27FC236}">
                <a16:creationId xmlns:a16="http://schemas.microsoft.com/office/drawing/2014/main" id="{3B03A248-784C-496C-869C-A8555321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พฤติกรรมและวิธีลงมือ</a:t>
            </a:r>
          </a:p>
        </p:txBody>
      </p:sp>
      <p:sp>
        <p:nvSpPr>
          <p:cNvPr id="7" name="text-r4vqt2-76-340">
            <a:extLst xmlns:a="http://schemas.openxmlformats.org/drawingml/2006/main">
              <a:ext uri="{FF2B5EF4-FFF2-40B4-BE49-F238E27FC236}">
                <a16:creationId xmlns:a16="http://schemas.microsoft.com/office/drawing/2014/main" id="{A121E841-9159-48F6-9FE3-7A1E514C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validation.md</a:t>
            </a:r>
          </a:p>
        </p:txBody>
      </p:sp>
      <p:sp>
        <p:nvSpPr>
          <p:cNvPr id="8" name="text-r4vqt2-744-340">
            <a:extLst xmlns:a="http://schemas.openxmlformats.org/drawingml/2006/main">
              <a:ext uri="{FF2B5EF4-FFF2-40B4-BE49-F238E27FC236}">
                <a16:creationId xmlns:a16="http://schemas.microsoft.com/office/drawing/2014/main" id="{A3B72DCD-FC9B-44FB-93CE-DB5CAB75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ผลตรวจที่รันจริง</a:t>
            </a:r>
          </a:p>
        </p:txBody>
      </p:sp>
      <p:sp>
        <p:nvSpPr>
          <p:cNvPr id="9" name="text-r4vqt2-76-418">
            <a:extLst xmlns:a="http://schemas.openxmlformats.org/drawingml/2006/main">
              <a:ext uri="{FF2B5EF4-FFF2-40B4-BE49-F238E27FC236}">
                <a16:creationId xmlns:a16="http://schemas.microsoft.com/office/drawing/2014/main" id="{6AAF9643-D215-4C01-A615-7CEE579A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decision.md + release.md</a:t>
            </a:r>
          </a:p>
        </p:txBody>
      </p:sp>
      <p:sp>
        <p:nvSpPr>
          <p:cNvPr id="10" name="text-r4vqt2-744-418">
            <a:extLst xmlns:a="http://schemas.openxmlformats.org/drawingml/2006/main">
              <a:ext uri="{FF2B5EF4-FFF2-40B4-BE49-F238E27FC236}">
                <a16:creationId xmlns:a16="http://schemas.microsoft.com/office/drawing/2014/main" id="{3705125E-E13C-4F29-A5DE-832FEF26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81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คำตัดสินและเวอร์ชันทดลอง</a:t>
            </a:r>
          </a:p>
        </p:txBody>
      </p:sp>
      <p:sp>
        <p:nvSpPr>
          <p:cNvPr id="11" name="text-r4vqt2-76-496">
            <a:extLst xmlns:a="http://schemas.openxmlformats.org/drawingml/2006/main">
              <a:ext uri="{FF2B5EF4-FFF2-40B4-BE49-F238E27FC236}">
                <a16:creationId xmlns:a16="http://schemas.microsoft.com/office/drawing/2014/main" id="{E2565301-9445-4065-A99B-070612D5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observation.md + resolution.md</a:t>
            </a:r>
          </a:p>
        </p:txBody>
      </p:sp>
      <p:sp>
        <p:nvSpPr>
          <p:cNvPr id="12" name="text-r4vqt2-744-496">
            <a:extLst xmlns:a="http://schemas.openxmlformats.org/drawingml/2006/main">
              <a:ext uri="{FF2B5EF4-FFF2-40B4-BE49-F238E27FC236}">
                <a16:creationId xmlns:a16="http://schemas.microsoft.com/office/drawing/2014/main" id="{17851AFB-E902-4E00-A777-1D14883D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244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Signal และคำตัดสินหลัง Observe</a:t>
            </a:r>
          </a:p>
        </p:txBody>
      </p:sp>
      <p:sp>
        <p:nvSpPr>
          <p:cNvPr id="13" name="text-r4vqt2-76-605">
            <a:extLst xmlns:a="http://schemas.openxmlformats.org/drawingml/2006/main">
              <a:ext uri="{FF2B5EF4-FFF2-40B4-BE49-F238E27FC236}">
                <a16:creationId xmlns:a16="http://schemas.microsoft.com/office/drawing/2014/main" id="{CC90F95E-DB51-4888-BFC7-7ED08BFE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ทุกไฟล์ผูกกับ Intent และเวอร์ชันที่ตรวจ</a:t>
            </a:r>
          </a:p>
        </p:txBody>
      </p:sp>
    </p:spTree>
    <p:extLst>
      <p:ext uri="{BB962C8B-B14F-4D97-AF65-F5344CB8AC3E}">
        <p14:creationId xmlns:p14="http://schemas.microsoft.com/office/powerpoint/2010/main" val="610026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zrn34t-1160-657">
            <a:extLst xmlns:a="http://schemas.openxmlformats.org/drawingml/2006/main">
              <a:ext uri="{FF2B5EF4-FFF2-40B4-BE49-F238E27FC236}">
                <a16:creationId xmlns:a16="http://schemas.microsoft.com/office/drawing/2014/main" id="{6D9E7618-AB74-4070-BB59-5DDA208D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10</a:t>
            </a:r>
          </a:p>
        </p:txBody>
      </p:sp>
      <p:sp>
        <p:nvSpPr>
          <p:cNvPr id="2" name="text-zrn34t-72-58">
            <a:extLst xmlns:a="http://schemas.openxmlformats.org/drawingml/2006/main">
              <a:ext uri="{FF2B5EF4-FFF2-40B4-BE49-F238E27FC236}">
                <a16:creationId xmlns:a16="http://schemas.microsoft.com/office/drawing/2014/main" id="{C47CB2BF-58EE-4E17-9D9D-1B48CD7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Generate ↔ Validate ตั้งแต่เอกสารถึงโค้ด</a:t>
            </a:r>
          </a:p>
        </p:txBody>
      </p:sp>
      <p:sp>
        <p:nvSpPr>
          <p:cNvPr id="3" name="text-zrn34t-76-180">
            <a:extLst xmlns:a="http://schemas.openxmlformats.org/drawingml/2006/main">
              <a:ext uri="{FF2B5EF4-FFF2-40B4-BE49-F238E27FC236}">
                <a16:creationId xmlns:a16="http://schemas.microsoft.com/office/drawing/2014/main" id="{FA5182D7-739B-4BA5-966C-123B7F81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8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กรณีตรวจ</a:t>
            </a:r>
          </a:p>
        </p:txBody>
      </p:sp>
      <p:sp>
        <p:nvSpPr>
          <p:cNvPr id="4" name="text-zrn34t-76-244">
            <a:extLst xmlns:a="http://schemas.openxmlformats.org/drawingml/2006/main">
              <a:ext uri="{FF2B5EF4-FFF2-40B4-BE49-F238E27FC236}">
                <a16:creationId xmlns:a16="http://schemas.microsoft.com/office/drawing/2014/main" id="{9584E8E5-3282-49C1-BB22-96E2B96F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6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กรอกค่าผิด ไม่เสียโอกาสทาย</a:t>
            </a:r>
          </a:p>
        </p:txBody>
      </p:sp>
      <p:sp>
        <p:nvSpPr>
          <p:cNvPr id="5" name="text-zrn34t-76-376">
            <a:extLst xmlns:a="http://schemas.openxmlformats.org/drawingml/2006/main">
              <a:ext uri="{FF2B5EF4-FFF2-40B4-BE49-F238E27FC236}">
                <a16:creationId xmlns:a16="http://schemas.microsoft.com/office/drawing/2014/main" id="{DBB1D4A9-F8EF-45EC-822A-B35BF31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คาดหวัง 7 ครั้ง</a:t>
            </a:r>
          </a:p>
        </p:txBody>
      </p:sp>
      <p:sp>
        <p:nvSpPr>
          <p:cNvPr id="6" name="text-zrn34t-686-376">
            <a:extLst xmlns:a="http://schemas.openxmlformats.org/drawingml/2006/main">
              <a:ext uri="{FF2B5EF4-FFF2-40B4-BE49-F238E27FC236}">
                <a16:creationId xmlns:a16="http://schemas.microsoft.com/office/drawing/2014/main" id="{C4A01C3F-5683-410C-8E4C-5B42933A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3000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หากเหลือ 6 ครั้ง</a:t>
            </a:r>
          </a:p>
        </p:txBody>
      </p:sp>
      <p:sp>
        <p:nvSpPr>
          <p:cNvPr id="7" name="text-zrn34t-76-463">
            <a:extLst xmlns:a="http://schemas.openxmlformats.org/drawingml/2006/main">
              <a:ext uri="{FF2B5EF4-FFF2-40B4-BE49-F238E27FC236}">
                <a16:creationId xmlns:a16="http://schemas.microsoft.com/office/drawing/2014/main" id="{D9F777CB-A955-4DE0-B944-0CB784C6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test ต้องพิสูจน์พฤติกรรมนี้</a:t>
            </a:r>
          </a:p>
        </p:txBody>
      </p:sp>
      <p:sp>
        <p:nvSpPr>
          <p:cNvPr id="8" name="text-zrn34t-686-463">
            <a:extLst xmlns:a="http://schemas.openxmlformats.org/drawingml/2006/main">
              <a:ext uri="{FF2B5EF4-FFF2-40B4-BE49-F238E27FC236}">
                <a16:creationId xmlns:a16="http://schemas.microsoft.com/office/drawing/2014/main" id="{8319F501-59E0-4C7B-9B1F-7AED7E91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100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หาสาเหตุ แก้ แล้วตรวจซ้ำ</a:t>
            </a:r>
          </a:p>
        </p:txBody>
      </p:sp>
      <p:sp>
        <p:nvSpPr>
          <p:cNvPr id="9" name="text-zrn34t-76-605">
            <a:extLst xmlns:a="http://schemas.openxmlformats.org/drawingml/2006/main">
              <a:ext uri="{FF2B5EF4-FFF2-40B4-BE49-F238E27FC236}">
                <a16:creationId xmlns:a16="http://schemas.microsoft.com/office/drawing/2014/main" id="{2E8D326F-6F32-4EA6-BD30-B6ED0DEF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หลักฐานจริง: คำสั่ง ผลลัพธ์ และ acceptance ID 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16436974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cchb7r-1160-657">
            <a:extLst xmlns:a="http://schemas.openxmlformats.org/drawingml/2006/main">
              <a:ext uri="{FF2B5EF4-FFF2-40B4-BE49-F238E27FC236}">
                <a16:creationId xmlns:a16="http://schemas.microsoft.com/office/drawing/2014/main" id="{6D42CC90-EEFF-49AA-9366-7B369F58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11</a:t>
            </a:r>
          </a:p>
        </p:txBody>
      </p:sp>
      <p:sp>
        <p:nvSpPr>
          <p:cNvPr id="2" name="text-cchb7r-72-58">
            <a:extLst xmlns:a="http://schemas.openxmlformats.org/drawingml/2006/main">
              <a:ext uri="{FF2B5EF4-FFF2-40B4-BE49-F238E27FC236}">
                <a16:creationId xmlns:a16="http://schemas.microsoft.com/office/drawing/2014/main" id="{E66E5BBB-3B8E-4625-B638-712B7483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Govern: จุดตัดสินใจของคุณ</a:t>
            </a:r>
          </a:p>
        </p:txBody>
      </p:sp>
      <p:sp>
        <p:nvSpPr>
          <p:cNvPr id="3" name="text-cchb7r-76-195">
            <a:extLst xmlns:a="http://schemas.openxmlformats.org/drawingml/2006/main">
              <a:ext uri="{FF2B5EF4-FFF2-40B4-BE49-F238E27FC236}">
                <a16:creationId xmlns:a16="http://schemas.microsoft.com/office/drawing/2014/main" id="{8C2AFFDE-625C-4931-8829-D528326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33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Approve</a:t>
            </a:r>
          </a:p>
        </p:txBody>
      </p:sp>
      <p:sp>
        <p:nvSpPr>
          <p:cNvPr id="4" name="text-cchb7r-455-201">
            <a:extLst xmlns:a="http://schemas.openxmlformats.org/drawingml/2006/main">
              <a:ext uri="{FF2B5EF4-FFF2-40B4-BE49-F238E27FC236}">
                <a16:creationId xmlns:a16="http://schemas.microsoft.com/office/drawing/2014/main" id="{CC89D0E9-A343-4B7E-B541-62D2586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145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หลักฐานครบ พร้อมทดลองในขอบเขตนี้</a:t>
            </a:r>
          </a:p>
        </p:txBody>
      </p:sp>
      <p:sp>
        <p:nvSpPr>
          <p:cNvPr id="5" name="text-cchb7r-76-321">
            <a:extLst xmlns:a="http://schemas.openxmlformats.org/drawingml/2006/main">
              <a:ext uri="{FF2B5EF4-FFF2-40B4-BE49-F238E27FC236}">
                <a16:creationId xmlns:a16="http://schemas.microsoft.com/office/drawing/2014/main" id="{7B7E1604-7739-4F08-B29F-C84B67D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3300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Revise</a:t>
            </a:r>
          </a:p>
        </p:txBody>
      </p:sp>
      <p:sp>
        <p:nvSpPr>
          <p:cNvPr id="6" name="text-cchb7r-455-327">
            <a:extLst xmlns:a="http://schemas.openxmlformats.org/drawingml/2006/main">
              <a:ext uri="{FF2B5EF4-FFF2-40B4-BE49-F238E27FC236}">
                <a16:creationId xmlns:a16="http://schemas.microsoft.com/office/drawing/2014/main" id="{1C022569-5139-42EC-AA1B-12C2A3CD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1467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ยังมีสิ่งที่ต้องแก้หรือตรวจเพิ่ม</a:t>
            </a:r>
          </a:p>
        </p:txBody>
      </p:sp>
      <p:sp>
        <p:nvSpPr>
          <p:cNvPr id="7" name="text-cchb7r-76-447">
            <a:extLst xmlns:a="http://schemas.openxmlformats.org/drawingml/2006/main">
              <a:ext uri="{FF2B5EF4-FFF2-40B4-BE49-F238E27FC236}">
                <a16:creationId xmlns:a16="http://schemas.microsoft.com/office/drawing/2014/main" id="{18B92762-8B06-45AB-A35F-45A3D2B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3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Stop</a:t>
            </a:r>
          </a:p>
        </p:txBody>
      </p:sp>
      <p:sp>
        <p:nvSpPr>
          <p:cNvPr id="8" name="text-cchb7r-455-453">
            <a:extLst xmlns:a="http://schemas.openxmlformats.org/drawingml/2006/main">
              <a:ext uri="{FF2B5EF4-FFF2-40B4-BE49-F238E27FC236}">
                <a16:creationId xmlns:a16="http://schemas.microsoft.com/office/drawing/2014/main" id="{A985E18D-5E03-4ACF-9597-9E6B7D30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148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หยุดแนวทางนี้พร้อมบันทึกเหตุผล</a:t>
            </a:r>
          </a:p>
        </p:txBody>
      </p:sp>
      <p:sp>
        <p:nvSpPr>
          <p:cNvPr id="9" name="text-cchb7r-76-605">
            <a:extLst xmlns:a="http://schemas.openxmlformats.org/drawingml/2006/main">
              <a:ext uri="{FF2B5EF4-FFF2-40B4-BE49-F238E27FC236}">
                <a16:creationId xmlns:a16="http://schemas.microsoft.com/office/drawing/2014/main" id="{76FF8016-D35F-495E-BF30-17C4AF0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Agent เสนอได้ คนเป็นผู้ตัดสินใจ และบันทึกเหตุผลไว้</a:t>
            </a:r>
          </a:p>
        </p:txBody>
      </p:sp>
    </p:spTree>
    <p:extLst>
      <p:ext uri="{BB962C8B-B14F-4D97-AF65-F5344CB8AC3E}">
        <p14:creationId xmlns:p14="http://schemas.microsoft.com/office/powerpoint/2010/main" val="6128242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c097wb-1160-657">
            <a:extLst xmlns:a="http://schemas.openxmlformats.org/drawingml/2006/main">
              <a:ext uri="{FF2B5EF4-FFF2-40B4-BE49-F238E27FC236}">
                <a16:creationId xmlns:a16="http://schemas.microsoft.com/office/drawing/2014/main" id="{5641AE5A-A61D-477D-A8A8-ED3809D0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12</a:t>
            </a:r>
          </a:p>
        </p:txBody>
      </p:sp>
      <p:sp>
        <p:nvSpPr>
          <p:cNvPr id="2" name="text-c097wb-72-58">
            <a:extLst xmlns:a="http://schemas.openxmlformats.org/drawingml/2006/main">
              <a:ext uri="{FF2B5EF4-FFF2-40B4-BE49-F238E27FC236}">
                <a16:creationId xmlns:a16="http://schemas.microsoft.com/office/drawing/2014/main" id="{CD652D7B-9D9A-4A8D-868F-2A2051D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Deploy และ Observe บนเครื่อง</a:t>
            </a:r>
          </a:p>
        </p:txBody>
      </p:sp>
      <p:sp>
        <p:nvSpPr>
          <p:cNvPr id="3" name="text-c097wb-76-184">
            <a:extLst xmlns:a="http://schemas.openxmlformats.org/drawingml/2006/main">
              <a:ext uri="{FF2B5EF4-FFF2-40B4-BE49-F238E27FC236}">
                <a16:creationId xmlns:a16="http://schemas.microsoft.com/office/drawing/2014/main" id="{883216C5-A9C5-41E2-B2DA-C5E7E60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51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localhost</a:t>
            </a:r>
          </a:p>
        </p:txBody>
      </p:sp>
      <p:sp>
        <p:nvSpPr>
          <p:cNvPr id="4" name="text-c097wb-76-305">
            <a:extLst xmlns:a="http://schemas.openxmlformats.org/drawingml/2006/main">
              <a:ext uri="{FF2B5EF4-FFF2-40B4-BE49-F238E27FC236}">
                <a16:creationId xmlns:a16="http://schemas.microsoft.com/office/drawing/2014/main" id="{357E5B17-99EB-47FB-8475-C11BAA44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7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เปิดเวอร์ชันที่อนุมัติ แล้วทดลองเล่น</a:t>
            </a:r>
          </a:p>
        </p:txBody>
      </p:sp>
      <p:sp>
        <p:nvSpPr>
          <p:cNvPr id="5" name="text-c097wb-76-424">
            <a:extLst xmlns:a="http://schemas.openxmlformats.org/drawingml/2006/main">
              <a:ext uri="{FF2B5EF4-FFF2-40B4-BE49-F238E27FC236}">
                <a16:creationId xmlns:a16="http://schemas.microsoft.com/office/drawing/2014/main" id="{F357A739-8B9C-408D-B0E7-EA50996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85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round_started</a:t>
            </a:r>
          </a:p>
          <a:p xmlns:a="http://schemas.openxmlformats.org/drawingml/2006/main">
            <a:pPr>
              <a:defRPr sz="22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guess_submitted</a:t>
            </a:r>
          </a:p>
          <a:p xmlns:a="http://schemas.openxmlformats.org/drawingml/2006/main">
            <a:pPr>
              <a:defRPr sz="22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round_completed</a:t>
            </a:r>
          </a:p>
        </p:txBody>
      </p:sp>
      <p:sp>
        <p:nvSpPr>
          <p:cNvPr id="6" name="text-c097wb-887-425">
            <a:extLst xmlns:a="http://schemas.openxmlformats.org/drawingml/2006/main">
              <a:ext uri="{FF2B5EF4-FFF2-40B4-BE49-F238E27FC236}">
                <a16:creationId xmlns:a16="http://schemas.microsoft.com/office/drawing/2014/main" id="{42F1FCA7-4409-4721-A6F7-48D18770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48125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source=test</a:t>
            </a:r>
          </a:p>
          <a:p xmlns:a="http://schemas.openxmlformats.org/drawingml/2006/main">
            <a:pPr>
              <a:defRPr sz="2025" b="0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แยกจาก</a:t>
            </a:r>
          </a:p>
          <a:p xmlns:a="http://schemas.openxmlformats.org/drawingml/2006/main">
            <a:pPr>
              <a:defRPr sz="2025" b="0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2025" b="0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source=real</a:t>
            </a:r>
          </a:p>
        </p:txBody>
      </p:sp>
      <p:sp>
        <p:nvSpPr>
          <p:cNvPr id="7" name="text-c097wb-76-605">
            <a:extLst xmlns:a="http://schemas.openxmlformats.org/drawingml/2006/main">
              <a:ext uri="{FF2B5EF4-FFF2-40B4-BE49-F238E27FC236}">
                <a16:creationId xmlns:a16="http://schemas.microsoft.com/office/drawing/2014/main" id="{FD2A8006-A2EE-414C-BA18-B1F3AAA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เก็บเหตุการณ์ local และไม่ชี้นำให้ผู้เล่นกดเล่นซ้ำระหว่างวัดพฤติกรรม</a:t>
            </a:r>
          </a:p>
        </p:txBody>
      </p:sp>
    </p:spTree>
    <p:extLst>
      <p:ext uri="{BB962C8B-B14F-4D97-AF65-F5344CB8AC3E}">
        <p14:creationId xmlns:p14="http://schemas.microsoft.com/office/powerpoint/2010/main" val="18596094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8dzfh7-1160-657">
            <a:extLst xmlns:a="http://schemas.openxmlformats.org/drawingml/2006/main">
              <a:ext uri="{FF2B5EF4-FFF2-40B4-BE49-F238E27FC236}">
                <a16:creationId xmlns:a16="http://schemas.microsoft.com/office/drawing/2014/main" id="{EDC86912-2941-4BE1-83F0-9BED2CB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13</a:t>
            </a:r>
          </a:p>
        </p:txBody>
      </p:sp>
      <p:sp>
        <p:nvSpPr>
          <p:cNvPr id="2" name="text-8dzfh7-76-122">
            <a:extLst xmlns:a="http://schemas.openxmlformats.org/drawingml/2006/main">
              <a:ext uri="{FF2B5EF4-FFF2-40B4-BE49-F238E27FC236}">
                <a16:creationId xmlns:a16="http://schemas.microsoft.com/office/drawing/2014/main" id="{260174DF-8196-473A-B6AC-94EA9A4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325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Intent 2</a:t>
            </a:r>
          </a:p>
        </p:txBody>
      </p:sp>
      <p:sp>
        <p:nvSpPr>
          <p:cNvPr id="3" name="text-8dzfh7-76-242">
            <a:extLst xmlns:a="http://schemas.openxmlformats.org/drawingml/2006/main">
              <a:ext uri="{FF2B5EF4-FFF2-40B4-BE49-F238E27FC236}">
                <a16:creationId xmlns:a16="http://schemas.microsoft.com/office/drawing/2014/main" id="{3504C8C4-CC9C-45AC-A787-C8379644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“ทำอย่างไรให้</a:t>
            </a:r>
          </a:p>
          <a:p xmlns:a="http://schemas.openxmlformats.org/drawingml/2006/main">
            <a:pPr>
              <a:defRPr sz="465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465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คนเล่นนานขึ้น?”</a:t>
            </a:r>
          </a:p>
        </p:txBody>
      </p:sp>
      <p:sp>
        <p:nvSpPr>
          <p:cNvPr id="4" name="text-8dzfh7-76-532">
            <a:extLst xmlns:a="http://schemas.openxmlformats.org/drawingml/2006/main">
              <a:ext uri="{FF2B5EF4-FFF2-40B4-BE49-F238E27FC236}">
                <a16:creationId xmlns:a16="http://schemas.microsoft.com/office/drawing/2014/main" id="{4E349F18-7F97-4528-8064-44034F33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คำถามที่เราจะวัด: ผู้เล่นอยากเริ่มรอบที่สองหรือไม่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8105838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g7gjmc-1160-657">
            <a:extLst xmlns:a="http://schemas.openxmlformats.org/drawingml/2006/main">
              <a:ext uri="{FF2B5EF4-FFF2-40B4-BE49-F238E27FC236}">
                <a16:creationId xmlns:a16="http://schemas.microsoft.com/office/drawing/2014/main" id="{C1376699-4525-41A6-859A-C73EB99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14</a:t>
            </a:r>
          </a:p>
        </p:txBody>
      </p:sp>
      <p:sp>
        <p:nvSpPr>
          <p:cNvPr id="2" name="text-g7gjmc-72-58">
            <a:extLst xmlns:a="http://schemas.openxmlformats.org/drawingml/2006/main">
              <a:ext uri="{FF2B5EF4-FFF2-40B4-BE49-F238E27FC236}">
                <a16:creationId xmlns:a16="http://schemas.microsoft.com/office/drawing/2014/main" id="{C1C52AE2-A29C-40C5-AB18-BE5579B9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Intent 2: ปุ่มเล่นอีกครั้ง</a:t>
            </a:r>
          </a:p>
        </p:txBody>
      </p:sp>
      <p:sp>
        <p:nvSpPr>
          <p:cNvPr id="3" name="text-g7gjmc-76-185">
            <a:extLst xmlns:a="http://schemas.openxmlformats.org/drawingml/2006/main">
              <a:ext uri="{FF2B5EF4-FFF2-40B4-BE49-F238E27FC236}">
                <a16:creationId xmlns:a16="http://schemas.microsoft.com/office/drawing/2014/main" id="{408962B6-707E-4945-A630-F4FA47A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780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+15</a:t>
            </a:r>
          </a:p>
        </p:txBody>
      </p:sp>
      <p:sp>
        <p:nvSpPr>
          <p:cNvPr id="4" name="text-g7gjmc-78-337">
            <a:extLst xmlns:a="http://schemas.openxmlformats.org/drawingml/2006/main">
              <a:ext uri="{FF2B5EF4-FFF2-40B4-BE49-F238E27FC236}">
                <a16:creationId xmlns:a16="http://schemas.microsoft.com/office/drawing/2014/main" id="{25ECBD63-406B-4A10-A752-C7E3266E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percentage points</a:t>
            </a:r>
          </a:p>
        </p:txBody>
      </p:sp>
      <p:sp>
        <p:nvSpPr>
          <p:cNvPr id="5" name="text-g7gjmc-78-417">
            <a:extLst xmlns:a="http://schemas.openxmlformats.org/drawingml/2006/main">
              <a:ext uri="{FF2B5EF4-FFF2-40B4-BE49-F238E27FC236}">
                <a16:creationId xmlns:a16="http://schemas.microsoft.com/office/drawing/2014/main" id="{2D24807A-786A-47E4-85BD-EFA8840D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4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เป้าหมายเพิ่ม replay rate</a:t>
            </a:r>
          </a:p>
        </p:txBody>
      </p:sp>
      <p:sp>
        <p:nvSpPr>
          <p:cNvPr id="6" name="text-g7gjmc-758-185">
            <a:extLst xmlns:a="http://schemas.openxmlformats.org/drawingml/2006/main">
              <a:ext uri="{FF2B5EF4-FFF2-40B4-BE49-F238E27FC236}">
                <a16:creationId xmlns:a16="http://schemas.microsoft.com/office/drawing/2014/main" id="{C449371C-C95A-4B91-9645-0C38F0A4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62125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7800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−5</a:t>
            </a:r>
          </a:p>
        </p:txBody>
      </p:sp>
      <p:sp>
        <p:nvSpPr>
          <p:cNvPr id="7" name="text-g7gjmc-760-337">
            <a:extLst xmlns:a="http://schemas.openxmlformats.org/drawingml/2006/main">
              <a:ext uri="{FF2B5EF4-FFF2-40B4-BE49-F238E27FC236}">
                <a16:creationId xmlns:a16="http://schemas.microsoft.com/office/drawing/2014/main" id="{C0BCAACE-B772-4796-B532-B1DBDEAD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99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2175" b="0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percentage points</a:t>
            </a:r>
          </a:p>
        </p:txBody>
      </p:sp>
      <p:sp>
        <p:nvSpPr>
          <p:cNvPr id="8" name="text-g7gjmc-760-417">
            <a:extLst xmlns:a="http://schemas.openxmlformats.org/drawingml/2006/main">
              <a:ext uri="{FF2B5EF4-FFF2-40B4-BE49-F238E27FC236}">
                <a16:creationId xmlns:a16="http://schemas.microsoft.com/office/drawing/2014/main" id="{B188551E-8359-4DF6-AB61-EAB3FEB5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71925"/>
            <a:ext cx="4333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25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completion ลดได้ไม่เกิน</a:t>
            </a:r>
          </a:p>
        </p:txBody>
      </p:sp>
      <p:sp>
        <p:nvSpPr>
          <p:cNvPr id="9" name="text-g7gjmc-76-605">
            <a:extLst xmlns:a="http://schemas.openxmlformats.org/drawingml/2006/main">
              <a:ext uri="{FF2B5EF4-FFF2-40B4-BE49-F238E27FC236}">
                <a16:creationId xmlns:a16="http://schemas.microsoft.com/office/drawing/2014/main" id="{09E082E2-E129-4471-A358-99E9DAC5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เปลี่ยนเฉพาะ replay กติกาเกมและเกณฑ์ตรวจส่วนเดิมยังคงอยู่</a:t>
            </a:r>
          </a:p>
        </p:txBody>
      </p:sp>
    </p:spTree>
    <p:extLst>
      <p:ext uri="{BB962C8B-B14F-4D97-AF65-F5344CB8AC3E}">
        <p14:creationId xmlns:p14="http://schemas.microsoft.com/office/powerpoint/2010/main" val="1063378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tgy3ow-1160-657">
            <a:extLst xmlns:a="http://schemas.openxmlformats.org/drawingml/2006/main">
              <a:ext uri="{FF2B5EF4-FFF2-40B4-BE49-F238E27FC236}">
                <a16:creationId xmlns:a16="http://schemas.microsoft.com/office/drawing/2014/main" id="{E639386F-31FA-4B2D-A332-A51FEFD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15</a:t>
            </a:r>
          </a:p>
        </p:txBody>
      </p:sp>
      <p:sp>
        <p:nvSpPr>
          <p:cNvPr id="2" name="text-tgy3ow-72-58">
            <a:extLst xmlns:a="http://schemas.openxmlformats.org/drawingml/2006/main">
              <a:ext uri="{FF2B5EF4-FFF2-40B4-BE49-F238E27FC236}">
                <a16:creationId xmlns:a16="http://schemas.microsoft.com/office/drawing/2014/main" id="{C4E99722-C63C-4764-9622-F03E2529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ผลทดลองจำลองของ v1 และ v2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7620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83da944cb4ec7"/>
          </a:graphicData>
        </a:graphic>
      </p:graphicFrame>
      <p:sp>
        <p:nvSpPr>
          <p:cNvPr id="4" name="text-tgy3ow-925-228">
            <a:extLst xmlns:a="http://schemas.openxmlformats.org/drawingml/2006/main">
              <a:ext uri="{FF2B5EF4-FFF2-40B4-BE49-F238E27FC236}">
                <a16:creationId xmlns:a16="http://schemas.microsoft.com/office/drawing/2014/main" id="{75299BAB-094C-481C-9C89-AE2A6A07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Replay</a:t>
            </a:r>
          </a:p>
        </p:txBody>
      </p:sp>
      <p:sp>
        <p:nvSpPr>
          <p:cNvPr id="5" name="text-tgy3ow-925-287">
            <a:extLst xmlns:a="http://schemas.openxmlformats.org/drawingml/2006/main">
              <a:ext uri="{FF2B5EF4-FFF2-40B4-BE49-F238E27FC236}">
                <a16:creationId xmlns:a16="http://schemas.microsoft.com/office/drawing/2014/main" id="{74AECFA6-3255-46CC-8077-A799263D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336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33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+30 จุด</a:t>
            </a:r>
          </a:p>
        </p:txBody>
      </p:sp>
      <p:sp>
        <p:nvSpPr>
          <p:cNvPr id="6" name="text-tgy3ow-925-406">
            <a:extLst xmlns:a="http://schemas.openxmlformats.org/drawingml/2006/main">
              <a:ext uri="{FF2B5EF4-FFF2-40B4-BE49-F238E27FC236}">
                <a16:creationId xmlns:a16="http://schemas.microsoft.com/office/drawing/2014/main" id="{60871CEE-1985-48D8-9DE9-2CF55B62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671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2100" b="1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Completion</a:t>
            </a:r>
          </a:p>
        </p:txBody>
      </p:sp>
      <p:sp>
        <p:nvSpPr>
          <p:cNvPr id="7" name="text-tgy3ow-925-465">
            <a:extLst xmlns:a="http://schemas.openxmlformats.org/drawingml/2006/main">
              <a:ext uri="{FF2B5EF4-FFF2-40B4-BE49-F238E27FC236}">
                <a16:creationId xmlns:a16="http://schemas.microsoft.com/office/drawing/2014/main" id="{3B6CAE4B-4224-49DD-A16B-F26530C0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291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E4C28"/>
                </a:solidFill>
                <a:latin typeface="Thonburi"/>
                <a:ea typeface="Thonburi"/>
                <a:cs typeface="Thonburi"/>
              </a:defRPr>
            </a:pPr>
            <a:r>
              <a:rPr sz="3300" b="1">
                <a:solidFill>
                  <a:srgbClr val="AE4C28"/>
                </a:solidFill>
                <a:latin typeface="Thonburi"/>
                <a:ea typeface="Thonburi"/>
                <a:cs typeface="Thonburi"/>
              </a:rPr>
              <a:t>−10 จุด</a:t>
            </a:r>
          </a:p>
        </p:txBody>
      </p:sp>
      <p:sp>
        <p:nvSpPr>
          <p:cNvPr id="8" name="text-tgy3ow-76-605">
            <a:extLst xmlns:a="http://schemas.openxmlformats.org/drawingml/2006/main">
              <a:ext uri="{FF2B5EF4-FFF2-40B4-BE49-F238E27FC236}">
                <a16:creationId xmlns:a16="http://schemas.microsoft.com/office/drawing/2014/main" id="{ED0C9AB3-8D24-41CA-97E8-7F087AE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34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173234"/>
                </a:solidFill>
                <a:latin typeface="Thonburi"/>
                <a:ea typeface="Thonburi"/>
                <a:cs typeface="Thonburi"/>
              </a:rPr>
              <a:t>ข้อมูลจำลอง 200 session สำหรับฝึกคำนวณ ยังไม่ใช่ผลจากผู้เล่นจริง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359771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didr06-1160-657">
            <a:extLst xmlns:a="http://schemas.openxmlformats.org/drawingml/2006/main">
              <a:ext uri="{FF2B5EF4-FFF2-40B4-BE49-F238E27FC236}">
                <a16:creationId xmlns:a16="http://schemas.microsoft.com/office/drawing/2014/main" id="{FE19FF09-0F37-4B4A-AC72-0A8A3973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16</a:t>
            </a:r>
          </a:p>
        </p:txBody>
      </p:sp>
      <p:sp>
        <p:nvSpPr>
          <p:cNvPr id="2" name="text-didr06-72-58">
            <a:extLst xmlns:a="http://schemas.openxmlformats.org/drawingml/2006/main">
              <a:ext uri="{FF2B5EF4-FFF2-40B4-BE49-F238E27FC236}">
                <a16:creationId xmlns:a16="http://schemas.microsoft.com/office/drawing/2014/main" id="{7EF8AA38-6640-466C-8B2F-C4B369FA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เป้าหมายผ่าน แต่ guardrail ไม่ผ่าน</a:t>
            </a:r>
          </a:p>
        </p:txBody>
      </p:sp>
      <p:sp>
        <p:nvSpPr>
          <p:cNvPr id="3" name="text-didr06-76-186">
            <a:extLst xmlns:a="http://schemas.openxmlformats.org/drawingml/2006/main">
              <a:ext uri="{FF2B5EF4-FFF2-40B4-BE49-F238E27FC236}">
                <a16:creationId xmlns:a16="http://schemas.microsoft.com/office/drawing/2014/main" id="{D987D498-23B7-4E6D-93ED-B13CEEC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36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เล่นซ้ำมากขึ้น</a:t>
            </a:r>
          </a:p>
        </p:txBody>
      </p:sp>
      <p:sp>
        <p:nvSpPr>
          <p:cNvPr id="4" name="text-didr06-76-302">
            <a:extLst xmlns:a="http://schemas.openxmlformats.org/drawingml/2006/main">
              <a:ext uri="{FF2B5EF4-FFF2-40B4-BE49-F238E27FC236}">
                <a16:creationId xmlns:a16="http://schemas.microsoft.com/office/drawing/2014/main" id="{433DB54C-E609-4B02-948C-C1B679B7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3675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คนเล่นจบรอบแรกลดลง</a:t>
            </a:r>
          </a:p>
        </p:txBody>
      </p:sp>
      <p:sp>
        <p:nvSpPr>
          <p:cNvPr id="5" name="text-didr06-76-458">
            <a:extLst xmlns:a="http://schemas.openxmlformats.org/drawingml/2006/main">
              <a:ext uri="{FF2B5EF4-FFF2-40B4-BE49-F238E27FC236}">
                <a16:creationId xmlns:a16="http://schemas.microsoft.com/office/drawing/2014/main" id="{E2D5D557-A52F-4FB1-AA78-8142D8E3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คุณจะให้ไปต่อ ปรับเกม หรือเก็บหลักฐานเพิ่ม?</a:t>
            </a:r>
          </a:p>
        </p:txBody>
      </p:sp>
      <p:sp>
        <p:nvSpPr>
          <p:cNvPr id="6" name="text-didr06-76-605">
            <a:extLst xmlns:a="http://schemas.openxmlformats.org/drawingml/2006/main">
              <a:ext uri="{FF2B5EF4-FFF2-40B4-BE49-F238E27FC236}">
                <a16:creationId xmlns:a16="http://schemas.microsoft.com/office/drawing/2014/main" id="{DF83B351-6465-45AE-912C-2642AE29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ข้อสรุปต้องพิจารณาทุก guardrail พร้อมข้อจำกัดของข้อมูล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0142452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q9aqk4-1160-657">
            <a:extLst xmlns:a="http://schemas.openxmlformats.org/drawingml/2006/main">
              <a:ext uri="{FF2B5EF4-FFF2-40B4-BE49-F238E27FC236}">
                <a16:creationId xmlns:a16="http://schemas.microsoft.com/office/drawing/2014/main" id="{D865F05E-6909-4349-8AD1-7B0E34BE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17</a:t>
            </a:r>
          </a:p>
        </p:txBody>
      </p:sp>
      <p:sp>
        <p:nvSpPr>
          <p:cNvPr id="2" name="text-q9aqk4-72-58">
            <a:extLst xmlns:a="http://schemas.openxmlformats.org/drawingml/2006/main">
              <a:ext uri="{FF2B5EF4-FFF2-40B4-BE49-F238E27FC236}">
                <a16:creationId xmlns:a16="http://schemas.microsoft.com/office/drawing/2014/main" id="{58030B03-6C73-490E-B4D6-F006B61D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เส้นทางใน handson/README.md</a:t>
            </a:r>
          </a:p>
        </p:txBody>
      </p:sp>
      <p:sp>
        <p:nvSpPr>
          <p:cNvPr id="3" name="text-q9aqk4-76-190">
            <a:extLst xmlns:a="http://schemas.openxmlformats.org/drawingml/2006/main">
              <a:ext uri="{FF2B5EF4-FFF2-40B4-BE49-F238E27FC236}">
                <a16:creationId xmlns:a16="http://schemas.microsoft.com/office/drawing/2014/main" id="{556DDE9B-5C30-475F-B5BF-F0EB9BB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3675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Step 0–6</a:t>
            </a:r>
          </a:p>
        </p:txBody>
      </p:sp>
      <p:sp>
        <p:nvSpPr>
          <p:cNvPr id="4" name="text-q9aqk4-76-295">
            <a:extLst xmlns:a="http://schemas.openxmlformats.org/drawingml/2006/main">
              <a:ext uri="{FF2B5EF4-FFF2-40B4-BE49-F238E27FC236}">
                <a16:creationId xmlns:a16="http://schemas.microsoft.com/office/drawing/2014/main" id="{B7049AF5-EC72-462B-9A3D-3487D387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9875"/>
            <a:ext cx="504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Intent 1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Generate ↔ Validate สองรอบ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Govern แล้ว Deploy v1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Observe ↔ Govern ผลลัพธ์</a:t>
            </a:r>
          </a:p>
        </p:txBody>
      </p:sp>
      <p:sp>
        <p:nvSpPr>
          <p:cNvPr id="5" name="text-q9aqk4-690-190">
            <a:extLst xmlns:a="http://schemas.openxmlformats.org/drawingml/2006/main">
              <a:ext uri="{FF2B5EF4-FFF2-40B4-BE49-F238E27FC236}">
                <a16:creationId xmlns:a16="http://schemas.microsoft.com/office/drawing/2014/main" id="{129FD526-0C1F-44EF-8C18-5531A98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AC80"/>
                </a:solidFill>
                <a:latin typeface="Thonburi"/>
                <a:ea typeface="Thonburi"/>
                <a:cs typeface="Thonburi"/>
              </a:defRPr>
            </a:pPr>
            <a:r>
              <a:rPr sz="3675" b="1">
                <a:solidFill>
                  <a:srgbClr val="FFAC80"/>
                </a:solidFill>
                <a:latin typeface="Thonburi"/>
                <a:ea typeface="Thonburi"/>
                <a:cs typeface="Thonburi"/>
              </a:rPr>
              <a:t>Step 7–11</a:t>
            </a:r>
          </a:p>
        </p:txBody>
      </p:sp>
      <p:sp>
        <p:nvSpPr>
          <p:cNvPr id="6" name="text-q9aqk4-690-295">
            <a:extLst xmlns:a="http://schemas.openxmlformats.org/drawingml/2006/main">
              <a:ext uri="{FF2B5EF4-FFF2-40B4-BE49-F238E27FC236}">
                <a16:creationId xmlns:a16="http://schemas.microsoft.com/office/drawing/2014/main" id="{15E4C1C5-48EA-43FE-AC37-0722D382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Intent 2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Generate ↔ Validate replay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Govern 10A แล้ว Deploy 10B</a:t>
            </a:r>
          </a:p>
          <a:p xmlns:a="http://schemas.openxmlformats.org/drawingml/2006/main">
            <a:pPr>
              <a:defRPr sz="2325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325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Observe ↔ Govern และ resolution</a:t>
            </a:r>
          </a:p>
        </p:txBody>
      </p:sp>
      <p:sp>
        <p:nvSpPr>
          <p:cNvPr id="7" name="text-q9aqk4-76-605">
            <a:extLst xmlns:a="http://schemas.openxmlformats.org/drawingml/2006/main">
              <a:ext uri="{FF2B5EF4-FFF2-40B4-BE49-F238E27FC236}">
                <a16:creationId xmlns:a16="http://schemas.microsoft.com/office/drawing/2014/main" id="{57A09D0B-A2B8-417A-BB01-B0712DF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เลือกทีละ Step อ่านหลักฐาน แล้วจึงเดินต่อ</a:t>
            </a:r>
          </a:p>
        </p:txBody>
      </p:sp>
    </p:spTree>
    <p:extLst>
      <p:ext uri="{BB962C8B-B14F-4D97-AF65-F5344CB8AC3E}">
        <p14:creationId xmlns:p14="http://schemas.microsoft.com/office/powerpoint/2010/main" val="8495985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a6lt57-1160-657">
            <a:extLst xmlns:a="http://schemas.openxmlformats.org/drawingml/2006/main">
              <a:ext uri="{FF2B5EF4-FFF2-40B4-BE49-F238E27FC236}">
                <a16:creationId xmlns:a16="http://schemas.microsoft.com/office/drawing/2014/main" id="{0C5F7B64-A1C7-4DD2-9C2D-F34AB5C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5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350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18</a:t>
            </a:r>
          </a:p>
        </p:txBody>
      </p:sp>
      <p:sp>
        <p:nvSpPr>
          <p:cNvPr id="2" name="text-a6lt57-72-58">
            <a:extLst xmlns:a="http://schemas.openxmlformats.org/drawingml/2006/main">
              <a:ext uri="{FF2B5EF4-FFF2-40B4-BE49-F238E27FC236}">
                <a16:creationId xmlns:a16="http://schemas.microsoft.com/office/drawing/2014/main" id="{C28D62D9-7B1D-4EA7-ABF9-B90D4646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3450" b="1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เริ่มที่ Step 0</a:t>
            </a:r>
          </a:p>
        </p:txBody>
      </p:sp>
      <p:sp>
        <p:nvSpPr>
          <p:cNvPr id="3" name="text-a6lt57-76-195">
            <a:extLst xmlns:a="http://schemas.openxmlformats.org/drawingml/2006/main">
              <a:ext uri="{FF2B5EF4-FFF2-40B4-BE49-F238E27FC236}">
                <a16:creationId xmlns:a16="http://schemas.microsoft.com/office/drawing/2014/main" id="{D0D2C90E-1411-415C-B446-071CB9D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5F271"/>
                </a:solidFill>
                <a:latin typeface="Thonburi"/>
                <a:ea typeface="Thonburi"/>
                <a:cs typeface="Thonburi"/>
              </a:defRPr>
            </a:pPr>
            <a:r>
              <a:rPr sz="4350" b="1">
                <a:solidFill>
                  <a:srgbClr val="D5F271"/>
                </a:solidFill>
                <a:latin typeface="Thonburi"/>
                <a:ea typeface="Thonburi"/>
                <a:cs typeface="Thonburi"/>
              </a:rPr>
              <a:t>เปิด handson/README.md</a:t>
            </a:r>
          </a:p>
        </p:txBody>
      </p:sp>
      <p:sp>
        <p:nvSpPr>
          <p:cNvPr id="4" name="text-a6lt57-76-326">
            <a:extLst xmlns:a="http://schemas.openxmlformats.org/drawingml/2006/main">
              <a:ext uri="{FF2B5EF4-FFF2-40B4-BE49-F238E27FC236}">
                <a16:creationId xmlns:a16="http://schemas.microsoft.com/office/drawing/2014/main" id="{37575E31-75E4-4B83-9278-8B07DBA3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0572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“ทำเฉพาะ Step 0</a:t>
            </a:r>
          </a:p>
          <a:p xmlns:a="http://schemas.openxmlformats.org/drawingml/2006/main">
            <a:pPr>
              <a:defRPr sz="27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อ่าน AGENTS.md และตรวจ 6 Skills</a:t>
            </a:r>
          </a:p>
          <a:p xmlns:a="http://schemas.openxmlformats.org/drawingml/2006/main">
            <a:pPr>
              <a:defRPr sz="2700" b="0">
                <a:solidFill>
                  <a:srgbClr val="F5F2E9"/>
                </a:solidFill>
                <a:latin typeface="Thonburi"/>
                <a:ea typeface="Thonburi"/>
                <a:cs typeface="Thonburi"/>
              </a:defRPr>
            </a:pPr>
            <a:r>
              <a:rPr sz="2700" b="0">
                <a:solidFill>
                  <a:srgbClr val="F5F2E9"/>
                </a:solidFill>
                <a:latin typeface="Thonburi"/>
                <a:ea typeface="Thonburi"/>
                <a:cs typeface="Thonburi"/>
              </a:rPr>
              <a:t>ยังไม่สร้างเกมหรือทำ Step ถัดไป”</a:t>
            </a:r>
          </a:p>
        </p:txBody>
      </p:sp>
      <p:sp>
        <p:nvSpPr>
          <p:cNvPr id="5" name="text-a6lt57-76-605">
            <a:extLst xmlns:a="http://schemas.openxmlformats.org/drawingml/2006/main">
              <a:ext uri="{FF2B5EF4-FFF2-40B4-BE49-F238E27FC236}">
                <a16:creationId xmlns:a16="http://schemas.microsoft.com/office/drawing/2014/main" id="{0F09FD94-8A1A-42C4-A122-C64BDADA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7C7"/>
                </a:solidFill>
                <a:latin typeface="Thonburi"/>
                <a:ea typeface="Thonburi"/>
                <a:cs typeface="Thonburi"/>
              </a:defRPr>
            </a:pPr>
            <a:r>
              <a:rPr sz="1575" b="0">
                <a:solidFill>
                  <a:srgbClr val="B2C7C7"/>
                </a:solidFill>
                <a:latin typeface="Thonburi"/>
                <a:ea typeface="Thonburi"/>
                <a:cs typeface="Thonburi"/>
              </a:rPr>
              <a:t>เมื่อจบ: เกมสองเวอร์ชัน หลักฐานการตัดสินใจ resolution และ Intent ถัดไปจากสิ่งที่เรียนรู้</a:t>
            </a:r>
          </a:p>
        </p:txBody>
      </p:sp>
    </p:spTree>
    <p:extLst>
      <p:ext uri="{BB962C8B-B14F-4D97-AF65-F5344CB8AC3E}">
        <p14:creationId xmlns:p14="http://schemas.microsoft.com/office/powerpoint/2010/main" val="7376818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2026-09-08T05:28:44.3190000Z</dcterms:created>
  <dcterms:modified xsi:type="dcterms:W3CDTF">2026-09-08T05:28:44.3190000Z</dcterms:modified>
</coreProperties>
</file>